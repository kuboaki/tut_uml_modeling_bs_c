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6" r:id="rId7"/>
    <p:sldId id="267" r:id="rId8"/>
    <p:sldId id="269" r:id="rId9"/>
    <p:sldId id="268" r:id="rId10"/>
    <p:sldId id="270" r:id="rId11"/>
    <p:sldId id="271" r:id="rId12"/>
    <p:sldId id="272" r:id="rId13"/>
    <p:sldId id="273" r:id="rId14"/>
    <p:sldId id="274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1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66695A-F340-40D2-BC92-33D50ADE7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27425EF-48F8-4846-8983-D3E96549A0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B97660-B4A2-458A-B4EA-DC77AF942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9BBE2-0B2D-48EC-ABEC-0FA514BE10AA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2DF277-9E9E-4C7E-85BE-A8AE19A55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2EBAB2-25EE-48EB-AC10-EF51B778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C758-EBCD-4BC8-83E7-059321C0F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7270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8E6336-C306-47E3-8EC2-299BB0009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CA32B3-8419-44AC-9216-55E5B0D68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B6F66B2-C51B-48E3-ACA9-0149F5356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9BBE2-0B2D-48EC-ABEC-0FA514BE10AA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26AF89-62FB-41F3-98C1-D2640A0EC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459498-23A0-4764-9C5F-222CB1399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C758-EBCD-4BC8-83E7-059321C0F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6481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90A2DE-50E0-4680-955F-F257DD34E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CD48C37-2154-4A61-A13E-2853664CA2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1362DD-1C08-4110-ABF0-E42BBB0EA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9BBE2-0B2D-48EC-ABEC-0FA514BE10AA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E6CF70-8ED9-46B0-863D-94BC6C9E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85EBD4-1F36-4EC9-A6A2-41B472EA4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C758-EBCD-4BC8-83E7-059321C0F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2295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F944C6-952D-43FC-9109-ADB4F566C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0593E9-F52E-43A7-B7CA-24E2A04C44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F7AB507-D1D6-4AF7-80D6-53939DA3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CF1611C-A4C6-4F32-B506-26A18B35B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9BBE2-0B2D-48EC-ABEC-0FA514BE10AA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7D0B876-A1C5-4182-BEE6-4FCC9378B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9655977-4EF4-4CE2-8375-C83DCE7D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C758-EBCD-4BC8-83E7-059321C0F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4258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3EAB3D-3376-4A91-BEDE-20CA24CD0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FD16C3F-533D-423F-934B-9D1A97799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FFDEB86-B396-4510-8DF5-ACC173FD25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8F274B4-CDA4-4163-8DD2-E82DE1D6CC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D7C683F-A7B2-4D43-9308-66D83E0409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A8CD296-B79E-4337-A369-9038CC09F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9BBE2-0B2D-48EC-ABEC-0FA514BE10AA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5A080AC-9D09-42E2-BF57-5404468EC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88940A2-C64C-4E53-A009-242E0026A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C758-EBCD-4BC8-83E7-059321C0F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8074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60D9FC-ADB2-4F1F-83FC-D69075289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02F3ACA-F62D-481D-9A94-1F883EEF7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9BBE2-0B2D-48EC-ABEC-0FA514BE10AA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DBE73C1-1840-48CB-8545-FF31EFA28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26F2910-021A-4DD0-BBD3-F84835455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C758-EBCD-4BC8-83E7-059321C0F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1701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A909F96-F641-44F4-8586-FC46F058B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9BBE2-0B2D-48EC-ABEC-0FA514BE10AA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590218B-460D-481D-A0EB-5A784CB5A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B05915-73A6-460B-815D-109B32FDB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C758-EBCD-4BC8-83E7-059321C0F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2108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7140E4-4CDB-4E53-AF30-B1EEC291B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D2457A3-C7AC-4E79-9425-EA6ED5F760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858B15D-2BCE-43CF-98A7-3453B79866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5BD03F-60CC-444D-83EC-55BFE3058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9BBE2-0B2D-48EC-ABEC-0FA514BE10AA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5792F81-4AC1-431A-9018-CCFB651F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E80DD71-4E5B-450D-9949-4B3D9FB0D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C758-EBCD-4BC8-83E7-059321C0F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3204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969CF2-5FDF-451C-B2DB-9F9C81BC6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129AD6B-5EA8-4C47-A2B6-78F335A47C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8ED1841-FFEA-4606-8C0C-E1C934EB04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4503372-AAD2-4FD5-8AD8-4BFF49878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9BBE2-0B2D-48EC-ABEC-0FA514BE10AA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BF0915C-1A55-4181-9CF8-7D1F4F862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AC6FBE-A2EB-44C8-B696-8E195A85D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C758-EBCD-4BC8-83E7-059321C0F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8339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6DE4BD-39D8-4710-BC41-E4665878A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9F6024-CF68-4703-9362-3DA1D69C3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4C985D-6AF6-415E-8757-FC5CA5C6D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9BBE2-0B2D-48EC-ABEC-0FA514BE10AA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9FD09D-EFF3-48F1-BBA3-A298D4C2D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2C5A96-7B19-47BF-8526-6BD319F63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C758-EBCD-4BC8-83E7-059321C0F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311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182B0B7-0E62-4DDC-B9BE-68D45BDF20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5BB9A5-FA29-4021-9AE3-291D2A0BAD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629870-0200-4ADA-A372-8B425AC7C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9BBE2-0B2D-48EC-ABEC-0FA514BE10AA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DF6D378-0BEE-478F-80E5-3F8FC659F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7D3AFE-772F-4DE1-B532-D72E3F0E6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C758-EBCD-4BC8-83E7-059321C0F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835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33B28DF-6467-45C2-92D3-E027CF89D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6CC0028-25E4-4ED6-9F5E-F2CF79113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CE66E2E-C81C-4911-8102-C53B3FDC34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9BBE2-0B2D-48EC-ABEC-0FA514BE10AA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876A84-DF2D-4845-8765-1F28FC40D0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8B1155-603F-4619-AE15-4B03233D6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3BC758-EBCD-4BC8-83E7-059321C0F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0168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FF6D7A74-78A8-3E43-90C1-7A099A91CE6D}"/>
              </a:ext>
            </a:extLst>
          </p:cNvPr>
          <p:cNvGrpSpPr/>
          <p:nvPr/>
        </p:nvGrpSpPr>
        <p:grpSpPr>
          <a:xfrm>
            <a:off x="93585" y="867971"/>
            <a:ext cx="12098415" cy="5186591"/>
            <a:chOff x="93585" y="867971"/>
            <a:chExt cx="12098415" cy="5186591"/>
          </a:xfrm>
        </p:grpSpPr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8E47D0CC-B0C9-6344-B550-E2AA6C254E66}"/>
                </a:ext>
              </a:extLst>
            </p:cNvPr>
            <p:cNvGrpSpPr/>
            <p:nvPr/>
          </p:nvGrpSpPr>
          <p:grpSpPr>
            <a:xfrm>
              <a:off x="93585" y="867971"/>
              <a:ext cx="12098415" cy="5186591"/>
              <a:chOff x="93585" y="867971"/>
              <a:chExt cx="12098415" cy="5186591"/>
            </a:xfrm>
          </p:grpSpPr>
          <p:pic>
            <p:nvPicPr>
              <p:cNvPr id="3" name="図 2" descr="カレンダー&#10;&#10;自動的に生成された説明">
                <a:extLst>
                  <a:ext uri="{FF2B5EF4-FFF2-40B4-BE49-F238E27FC236}">
                    <a16:creationId xmlns:a16="http://schemas.microsoft.com/office/drawing/2014/main" id="{1D87ECDA-D595-0548-A6D9-9F82D4B5E9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3585" y="867971"/>
                <a:ext cx="9160030" cy="4817259"/>
              </a:xfrm>
              <a:prstGeom prst="rect">
                <a:avLst/>
              </a:prstGeom>
            </p:spPr>
          </p:pic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4D6695DE-6807-5449-B8CF-C0678AD7CB7B}"/>
                  </a:ext>
                </a:extLst>
              </p:cNvPr>
              <p:cNvSpPr txBox="1"/>
              <p:nvPr/>
            </p:nvSpPr>
            <p:spPr>
              <a:xfrm>
                <a:off x="1081377" y="568523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>
                    <a:solidFill>
                      <a:srgbClr val="C00000"/>
                    </a:solidFill>
                  </a:rPr>
                  <a:t>プレーヤー</a:t>
                </a:r>
              </a:p>
            </p:txBody>
          </p:sp>
          <p:sp>
            <p:nvSpPr>
              <p:cNvPr id="29" name="テキスト ボックス 28">
                <a:extLst>
                  <a:ext uri="{FF2B5EF4-FFF2-40B4-BE49-F238E27FC236}">
                    <a16:creationId xmlns:a16="http://schemas.microsoft.com/office/drawing/2014/main" id="{A1F4AAB6-D03C-D744-95B9-E9C4C92B9B32}"/>
                  </a:ext>
                </a:extLst>
              </p:cNvPr>
              <p:cNvSpPr txBox="1"/>
              <p:nvPr/>
            </p:nvSpPr>
            <p:spPr>
              <a:xfrm>
                <a:off x="10622340" y="2349053"/>
                <a:ext cx="15696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>
                    <a:solidFill>
                      <a:srgbClr val="C00000"/>
                    </a:solidFill>
                  </a:rPr>
                  <a:t>スコアシート</a:t>
                </a:r>
              </a:p>
            </p:txBody>
          </p:sp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A90A0440-E9D9-5640-8EE4-21F900FDAF64}"/>
                  </a:ext>
                </a:extLst>
              </p:cNvPr>
              <p:cNvSpPr txBox="1"/>
              <p:nvPr/>
            </p:nvSpPr>
            <p:spPr>
              <a:xfrm>
                <a:off x="9638066" y="4509457"/>
                <a:ext cx="8771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>
                    <a:solidFill>
                      <a:srgbClr val="C00000"/>
                    </a:solidFill>
                  </a:rPr>
                  <a:t>ゲーム</a:t>
                </a:r>
              </a:p>
            </p:txBody>
          </p:sp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B81FCA99-8AD8-494B-8B97-3940A257EFDB}"/>
                  </a:ext>
                </a:extLst>
              </p:cNvPr>
              <p:cNvSpPr txBox="1"/>
              <p:nvPr/>
            </p:nvSpPr>
            <p:spPr>
              <a:xfrm>
                <a:off x="9316268" y="160315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>
                    <a:solidFill>
                      <a:srgbClr val="C00000"/>
                    </a:solidFill>
                  </a:rPr>
                  <a:t>トータル</a:t>
                </a:r>
              </a:p>
            </p:txBody>
          </p:sp>
          <p:sp>
            <p:nvSpPr>
              <p:cNvPr id="8" name="角丸四角形 7">
                <a:extLst>
                  <a:ext uri="{FF2B5EF4-FFF2-40B4-BE49-F238E27FC236}">
                    <a16:creationId xmlns:a16="http://schemas.microsoft.com/office/drawing/2014/main" id="{074FDD26-6EFE-F74E-B2D1-F5ADD9840ADE}"/>
                  </a:ext>
                </a:extLst>
              </p:cNvPr>
              <p:cNvSpPr/>
              <p:nvPr/>
            </p:nvSpPr>
            <p:spPr>
              <a:xfrm>
                <a:off x="297154" y="3025667"/>
                <a:ext cx="709704" cy="530749"/>
              </a:xfrm>
              <a:prstGeom prst="round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37AE323A-BE3D-4C48-8952-551639621DC4}"/>
                  </a:ext>
                </a:extLst>
              </p:cNvPr>
              <p:cNvCxnSpPr>
                <a:cxnSpLocks/>
                <a:stCxn id="7" idx="1"/>
                <a:endCxn id="8" idx="2"/>
              </p:cNvCxnSpPr>
              <p:nvPr/>
            </p:nvCxnSpPr>
            <p:spPr>
              <a:xfrm flipH="1" flipV="1">
                <a:off x="652006" y="3556416"/>
                <a:ext cx="429371" cy="2313480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角丸四角形 38">
                <a:extLst>
                  <a:ext uri="{FF2B5EF4-FFF2-40B4-BE49-F238E27FC236}">
                    <a16:creationId xmlns:a16="http://schemas.microsoft.com/office/drawing/2014/main" id="{9C8F5DCC-D24F-E443-AE1D-87CA86B11A57}"/>
                  </a:ext>
                </a:extLst>
              </p:cNvPr>
              <p:cNvSpPr/>
              <p:nvPr/>
            </p:nvSpPr>
            <p:spPr>
              <a:xfrm>
                <a:off x="8234573" y="2268345"/>
                <a:ext cx="858741" cy="530749"/>
              </a:xfrm>
              <a:prstGeom prst="round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40" name="直線矢印コネクタ 39">
                <a:extLst>
                  <a:ext uri="{FF2B5EF4-FFF2-40B4-BE49-F238E27FC236}">
                    <a16:creationId xmlns:a16="http://schemas.microsoft.com/office/drawing/2014/main" id="{643F1A26-BFE3-DC4A-876A-320228810941}"/>
                  </a:ext>
                </a:extLst>
              </p:cNvPr>
              <p:cNvCxnSpPr>
                <a:cxnSpLocks/>
                <a:stCxn id="37" idx="1"/>
                <a:endCxn id="39" idx="0"/>
              </p:cNvCxnSpPr>
              <p:nvPr/>
            </p:nvCxnSpPr>
            <p:spPr>
              <a:xfrm flipH="1">
                <a:off x="8663944" y="1787821"/>
                <a:ext cx="652324" cy="480524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85559148-C4F3-B043-949C-1CE445ED5F81}"/>
                  </a:ext>
                </a:extLst>
              </p:cNvPr>
              <p:cNvSpPr txBox="1"/>
              <p:nvPr/>
            </p:nvSpPr>
            <p:spPr>
              <a:xfrm>
                <a:off x="3241858" y="5671409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>
                    <a:solidFill>
                      <a:srgbClr val="C00000"/>
                    </a:solidFill>
                  </a:rPr>
                  <a:t>フレーム</a:t>
                </a:r>
              </a:p>
            </p:txBody>
          </p:sp>
          <p:sp>
            <p:nvSpPr>
              <p:cNvPr id="44" name="角丸四角形 43">
                <a:extLst>
                  <a:ext uri="{FF2B5EF4-FFF2-40B4-BE49-F238E27FC236}">
                    <a16:creationId xmlns:a16="http://schemas.microsoft.com/office/drawing/2014/main" id="{C2808ED8-17B6-1F45-A5FF-27E33FAF9CEE}"/>
                  </a:ext>
                </a:extLst>
              </p:cNvPr>
              <p:cNvSpPr/>
              <p:nvPr/>
            </p:nvSpPr>
            <p:spPr>
              <a:xfrm>
                <a:off x="2509015" y="4812079"/>
                <a:ext cx="653286" cy="727661"/>
              </a:xfrm>
              <a:prstGeom prst="round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45" name="直線矢印コネクタ 44">
                <a:extLst>
                  <a:ext uri="{FF2B5EF4-FFF2-40B4-BE49-F238E27FC236}">
                    <a16:creationId xmlns:a16="http://schemas.microsoft.com/office/drawing/2014/main" id="{CDF3D3D5-C0C1-1941-956F-4148388896EE}"/>
                  </a:ext>
                </a:extLst>
              </p:cNvPr>
              <p:cNvCxnSpPr>
                <a:cxnSpLocks/>
                <a:stCxn id="41" idx="1"/>
                <a:endCxn id="44" idx="2"/>
              </p:cNvCxnSpPr>
              <p:nvPr/>
            </p:nvCxnSpPr>
            <p:spPr>
              <a:xfrm flipH="1" flipV="1">
                <a:off x="2835658" y="5539740"/>
                <a:ext cx="406200" cy="31633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B1070EA2-01A1-F741-A999-B861501C496C}"/>
                  </a:ext>
                </a:extLst>
              </p:cNvPr>
              <p:cNvSpPr txBox="1"/>
              <p:nvPr/>
            </p:nvSpPr>
            <p:spPr>
              <a:xfrm>
                <a:off x="9464996" y="2799094"/>
                <a:ext cx="8771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>
                    <a:solidFill>
                      <a:srgbClr val="C00000"/>
                    </a:solidFill>
                  </a:rPr>
                  <a:t>スコア</a:t>
                </a:r>
              </a:p>
            </p:txBody>
          </p:sp>
          <p:sp>
            <p:nvSpPr>
              <p:cNvPr id="47" name="角丸四角形 46">
                <a:extLst>
                  <a:ext uri="{FF2B5EF4-FFF2-40B4-BE49-F238E27FC236}">
                    <a16:creationId xmlns:a16="http://schemas.microsoft.com/office/drawing/2014/main" id="{89734CAC-8573-0849-B415-747BF7ADAD85}"/>
                  </a:ext>
                </a:extLst>
              </p:cNvPr>
              <p:cNvSpPr/>
              <p:nvPr/>
            </p:nvSpPr>
            <p:spPr>
              <a:xfrm>
                <a:off x="208156" y="2969939"/>
                <a:ext cx="8885157" cy="642206"/>
              </a:xfrm>
              <a:prstGeom prst="round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1" name="直線矢印コネクタ 50">
                <a:extLst>
                  <a:ext uri="{FF2B5EF4-FFF2-40B4-BE49-F238E27FC236}">
                    <a16:creationId xmlns:a16="http://schemas.microsoft.com/office/drawing/2014/main" id="{C7470E72-5545-614E-AF7C-A0F649F8BA74}"/>
                  </a:ext>
                </a:extLst>
              </p:cNvPr>
              <p:cNvCxnSpPr>
                <a:cxnSpLocks/>
                <a:stCxn id="46" idx="1"/>
                <a:endCxn id="47" idx="3"/>
              </p:cNvCxnSpPr>
              <p:nvPr/>
            </p:nvCxnSpPr>
            <p:spPr>
              <a:xfrm flipH="1">
                <a:off x="9093313" y="2983760"/>
                <a:ext cx="371683" cy="307282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右中かっこ 20">
                <a:extLst>
                  <a:ext uri="{FF2B5EF4-FFF2-40B4-BE49-F238E27FC236}">
                    <a16:creationId xmlns:a16="http://schemas.microsoft.com/office/drawing/2014/main" id="{674454C1-5D6A-294A-A2F2-D438B18DDF61}"/>
                  </a:ext>
                </a:extLst>
              </p:cNvPr>
              <p:cNvSpPr/>
              <p:nvPr/>
            </p:nvSpPr>
            <p:spPr>
              <a:xfrm>
                <a:off x="9298972" y="3744851"/>
                <a:ext cx="339094" cy="1814945"/>
              </a:xfrm>
              <a:prstGeom prst="rightBrace">
                <a:avLst>
                  <a:gd name="adj1" fmla="val 42041"/>
                  <a:gd name="adj2" fmla="val 50000"/>
                </a:avLst>
              </a:prstGeom>
              <a:ln w="28575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5" name="右中かっこ 54">
                <a:extLst>
                  <a:ext uri="{FF2B5EF4-FFF2-40B4-BE49-F238E27FC236}">
                    <a16:creationId xmlns:a16="http://schemas.microsoft.com/office/drawing/2014/main" id="{9389820A-7E9D-BF46-BA7D-1F46D6920BC2}"/>
                  </a:ext>
                </a:extLst>
              </p:cNvPr>
              <p:cNvSpPr/>
              <p:nvPr/>
            </p:nvSpPr>
            <p:spPr>
              <a:xfrm>
                <a:off x="10342159" y="947284"/>
                <a:ext cx="339094" cy="4687514"/>
              </a:xfrm>
              <a:prstGeom prst="rightBrace">
                <a:avLst>
                  <a:gd name="adj1" fmla="val 42041"/>
                  <a:gd name="adj2" fmla="val 33744"/>
                </a:avLst>
              </a:prstGeom>
              <a:ln w="28575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3" name="角丸四角形 62">
                <a:extLst>
                  <a:ext uri="{FF2B5EF4-FFF2-40B4-BE49-F238E27FC236}">
                    <a16:creationId xmlns:a16="http://schemas.microsoft.com/office/drawing/2014/main" id="{5E607FD4-7966-294D-8ABB-1B008AC488A0}"/>
                  </a:ext>
                </a:extLst>
              </p:cNvPr>
              <p:cNvSpPr/>
              <p:nvPr/>
            </p:nvSpPr>
            <p:spPr>
              <a:xfrm>
                <a:off x="1179725" y="1257072"/>
                <a:ext cx="2188315" cy="530749"/>
              </a:xfrm>
              <a:prstGeom prst="round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64" name="直線矢印コネクタ 63">
                <a:extLst>
                  <a:ext uri="{FF2B5EF4-FFF2-40B4-BE49-F238E27FC236}">
                    <a16:creationId xmlns:a16="http://schemas.microsoft.com/office/drawing/2014/main" id="{7F9D969D-9C64-2C42-8FE7-CE4505DB6F3D}"/>
                  </a:ext>
                </a:extLst>
              </p:cNvPr>
              <p:cNvCxnSpPr>
                <a:cxnSpLocks/>
                <a:stCxn id="67" idx="1"/>
                <a:endCxn id="63" idx="3"/>
              </p:cNvCxnSpPr>
              <p:nvPr/>
            </p:nvCxnSpPr>
            <p:spPr>
              <a:xfrm flipH="1">
                <a:off x="3368040" y="1522446"/>
                <a:ext cx="541020" cy="1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テキスト ボックス 66">
                <a:extLst>
                  <a:ext uri="{FF2B5EF4-FFF2-40B4-BE49-F238E27FC236}">
                    <a16:creationId xmlns:a16="http://schemas.microsoft.com/office/drawing/2014/main" id="{42C09A23-E564-474B-8F2D-61497B238496}"/>
                  </a:ext>
                </a:extLst>
              </p:cNvPr>
              <p:cNvSpPr txBox="1"/>
              <p:nvPr/>
            </p:nvSpPr>
            <p:spPr>
              <a:xfrm>
                <a:off x="3909060" y="1337780"/>
                <a:ext cx="18004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>
                    <a:solidFill>
                      <a:srgbClr val="C00000"/>
                    </a:solidFill>
                  </a:rPr>
                  <a:t>プレイ開始日時</a:t>
                </a:r>
                <a:endParaRPr kumimoji="1" lang="ja-JP" altLang="en-US">
                  <a:solidFill>
                    <a:srgbClr val="C00000"/>
                  </a:solidFill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99DB24C5-C9D5-8C4F-BC00-15B589B7DA29}"/>
                  </a:ext>
                </a:extLst>
              </p:cNvPr>
              <p:cNvSpPr txBox="1"/>
              <p:nvPr/>
            </p:nvSpPr>
            <p:spPr>
              <a:xfrm>
                <a:off x="5484308" y="4486494"/>
                <a:ext cx="8771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>
                    <a:solidFill>
                      <a:srgbClr val="C00000"/>
                    </a:solidFill>
                  </a:rPr>
                  <a:t>ターン</a:t>
                </a:r>
                <a:endParaRPr kumimoji="1" lang="ja-JP" altLang="en-US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15" name="フリーフォーム 14">
              <a:extLst>
                <a:ext uri="{FF2B5EF4-FFF2-40B4-BE49-F238E27FC236}">
                  <a16:creationId xmlns:a16="http://schemas.microsoft.com/office/drawing/2014/main" id="{59D5A6BD-2168-884A-B207-92D78826B1DC}"/>
                </a:ext>
              </a:extLst>
            </p:cNvPr>
            <p:cNvSpPr/>
            <p:nvPr/>
          </p:nvSpPr>
          <p:spPr>
            <a:xfrm rot="1138119">
              <a:off x="5174445" y="4216051"/>
              <a:ext cx="261692" cy="872545"/>
            </a:xfrm>
            <a:custGeom>
              <a:avLst/>
              <a:gdLst>
                <a:gd name="connsiteX0" fmla="*/ 0 w 237902"/>
                <a:gd name="connsiteY0" fmla="*/ 0 h 721112"/>
                <a:gd name="connsiteX1" fmla="*/ 237893 w 237902"/>
                <a:gd name="connsiteY1" fmla="*/ 349405 h 721112"/>
                <a:gd name="connsiteX2" fmla="*/ 7434 w 237902"/>
                <a:gd name="connsiteY2" fmla="*/ 721112 h 721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7902" h="721112">
                  <a:moveTo>
                    <a:pt x="0" y="0"/>
                  </a:moveTo>
                  <a:cubicBezTo>
                    <a:pt x="118327" y="114610"/>
                    <a:pt x="236654" y="229220"/>
                    <a:pt x="237893" y="349405"/>
                  </a:cubicBezTo>
                  <a:cubicBezTo>
                    <a:pt x="239132" y="469590"/>
                    <a:pt x="123283" y="595351"/>
                    <a:pt x="7434" y="721112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  <a:headEnd type="triangle" w="lg" len="lg"/>
              <a:tailEnd type="non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フリーフォーム 32">
              <a:extLst>
                <a:ext uri="{FF2B5EF4-FFF2-40B4-BE49-F238E27FC236}">
                  <a16:creationId xmlns:a16="http://schemas.microsoft.com/office/drawing/2014/main" id="{ADAE9F5A-786A-704E-8F29-5257D564EE7F}"/>
                </a:ext>
              </a:extLst>
            </p:cNvPr>
            <p:cNvSpPr/>
            <p:nvPr/>
          </p:nvSpPr>
          <p:spPr>
            <a:xfrm rot="1470131">
              <a:off x="4784040" y="4187194"/>
              <a:ext cx="261692" cy="959800"/>
            </a:xfrm>
            <a:custGeom>
              <a:avLst/>
              <a:gdLst>
                <a:gd name="connsiteX0" fmla="*/ 0 w 237902"/>
                <a:gd name="connsiteY0" fmla="*/ 0 h 721112"/>
                <a:gd name="connsiteX1" fmla="*/ 237893 w 237902"/>
                <a:gd name="connsiteY1" fmla="*/ 349405 h 721112"/>
                <a:gd name="connsiteX2" fmla="*/ 7434 w 237902"/>
                <a:gd name="connsiteY2" fmla="*/ 721112 h 721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7902" h="721112">
                  <a:moveTo>
                    <a:pt x="0" y="0"/>
                  </a:moveTo>
                  <a:cubicBezTo>
                    <a:pt x="118327" y="114610"/>
                    <a:pt x="236654" y="229220"/>
                    <a:pt x="237893" y="349405"/>
                  </a:cubicBezTo>
                  <a:cubicBezTo>
                    <a:pt x="239132" y="469590"/>
                    <a:pt x="123283" y="595351"/>
                    <a:pt x="7434" y="721112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630005C-974F-304A-86E6-E6AD55118F95}"/>
              </a:ext>
            </a:extLst>
          </p:cNvPr>
          <p:cNvSpPr txBox="1"/>
          <p:nvPr/>
        </p:nvSpPr>
        <p:spPr>
          <a:xfrm>
            <a:off x="93585" y="149223"/>
            <a:ext cx="20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scoresheet02.png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1344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025D9880-550F-2C41-9BDD-650C2EEDA7D2}"/>
              </a:ext>
            </a:extLst>
          </p:cNvPr>
          <p:cNvGrpSpPr/>
          <p:nvPr/>
        </p:nvGrpSpPr>
        <p:grpSpPr>
          <a:xfrm>
            <a:off x="1910575" y="1189464"/>
            <a:ext cx="1367883" cy="721113"/>
            <a:chOff x="1984917" y="676507"/>
            <a:chExt cx="1367883" cy="721113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DBC03DE8-068A-D14E-A96F-212CD1E84F0D}"/>
                </a:ext>
              </a:extLst>
            </p:cNvPr>
            <p:cNvSpPr/>
            <p:nvPr/>
          </p:nvSpPr>
          <p:spPr>
            <a:xfrm>
              <a:off x="1984917" y="676507"/>
              <a:ext cx="1367883" cy="7211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686CD1B7-131A-3544-915C-BE3C89CC1313}"/>
                </a:ext>
              </a:extLst>
            </p:cNvPr>
            <p:cNvSpPr txBox="1"/>
            <p:nvPr/>
          </p:nvSpPr>
          <p:spPr>
            <a:xfrm>
              <a:off x="2215376" y="854927"/>
              <a:ext cx="963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dummy</a:t>
              </a:r>
              <a:endParaRPr kumimoji="1" lang="ja-JP" altLang="en-US"/>
            </a:p>
          </p:txBody>
        </p:sp>
      </p:grp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8AD4CB2-5959-9B49-81CF-C3821AB281D8}"/>
              </a:ext>
            </a:extLst>
          </p:cNvPr>
          <p:cNvSpPr txBox="1"/>
          <p:nvPr/>
        </p:nvSpPr>
        <p:spPr>
          <a:xfrm>
            <a:off x="520390" y="327102"/>
            <a:ext cx="2401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dummy.[</a:t>
            </a:r>
            <a:r>
              <a:rPr kumimoji="1" lang="en-US" altLang="ja-JP" dirty="0" err="1"/>
              <a:t>png,jpg,svg</a:t>
            </a:r>
            <a:r>
              <a:rPr kumimoji="1" lang="en-US" altLang="ja-JP" dirty="0"/>
              <a:t>]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1682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D336A79-D244-E142-B007-E4AFCCB074CD}"/>
              </a:ext>
            </a:extLst>
          </p:cNvPr>
          <p:cNvSpPr/>
          <p:nvPr/>
        </p:nvSpPr>
        <p:spPr>
          <a:xfrm>
            <a:off x="360000" y="1439999"/>
            <a:ext cx="11520000" cy="352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 descr="グラフィカル ユーザー インターフェイス が含まれている画像&#10;&#10;自動的に生成された説明">
            <a:extLst>
              <a:ext uri="{FF2B5EF4-FFF2-40B4-BE49-F238E27FC236}">
                <a16:creationId xmlns:a16="http://schemas.microsoft.com/office/drawing/2014/main" id="{9AB9D501-6E75-FA42-9735-722B43E872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166" y="1800000"/>
            <a:ext cx="1790906" cy="2844380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EAA9916-024C-A64F-811F-6C5FB1298B7E}"/>
              </a:ext>
            </a:extLst>
          </p:cNvPr>
          <p:cNvSpPr txBox="1"/>
          <p:nvPr/>
        </p:nvSpPr>
        <p:spPr>
          <a:xfrm>
            <a:off x="669073" y="156117"/>
            <a:ext cx="15536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RESERVED</a:t>
            </a:r>
            <a:endParaRPr lang="en-US" altLang="ja-JP" dirty="0"/>
          </a:p>
          <a:p>
            <a:r>
              <a:rPr lang="en-US" altLang="ja-JP" dirty="0" err="1"/>
              <a:t>reserved.png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527625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9BC3667-D168-494B-B5E7-2607E1080F8C}"/>
              </a:ext>
            </a:extLst>
          </p:cNvPr>
          <p:cNvSpPr txBox="1"/>
          <p:nvPr/>
        </p:nvSpPr>
        <p:spPr>
          <a:xfrm>
            <a:off x="669073" y="156117"/>
            <a:ext cx="17668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BEFORE_1ST</a:t>
            </a:r>
          </a:p>
          <a:p>
            <a:r>
              <a:rPr lang="en-US" altLang="ja-JP" dirty="0"/>
              <a:t>before_1st.png</a:t>
            </a:r>
            <a:endParaRPr kumimoji="1" lang="en-US" altLang="ja-JP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3768AB5-F312-A148-9A37-F3456B0F711E}"/>
              </a:ext>
            </a:extLst>
          </p:cNvPr>
          <p:cNvGrpSpPr/>
          <p:nvPr/>
        </p:nvGrpSpPr>
        <p:grpSpPr>
          <a:xfrm>
            <a:off x="360000" y="1439999"/>
            <a:ext cx="11520000" cy="3528000"/>
            <a:chOff x="360000" y="1439999"/>
            <a:chExt cx="11520000" cy="3528000"/>
          </a:xfrm>
        </p:grpSpPr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6DB671BB-FDCA-F144-BADB-F0CFC75D1859}"/>
                </a:ext>
              </a:extLst>
            </p:cNvPr>
            <p:cNvGrpSpPr/>
            <p:nvPr/>
          </p:nvGrpSpPr>
          <p:grpSpPr>
            <a:xfrm>
              <a:off x="360000" y="1439999"/>
              <a:ext cx="11520000" cy="3528000"/>
              <a:chOff x="360000" y="1439999"/>
              <a:chExt cx="11520000" cy="3528000"/>
            </a:xfrm>
          </p:grpSpPr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CD336A79-D244-E142-B007-E4AFCCB074CD}"/>
                  </a:ext>
                </a:extLst>
              </p:cNvPr>
              <p:cNvSpPr/>
              <p:nvPr/>
            </p:nvSpPr>
            <p:spPr>
              <a:xfrm>
                <a:off x="360000" y="1439999"/>
                <a:ext cx="11520000" cy="352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1" name="図 10" descr="四角形 が含まれている画像&#10;&#10;自動的に生成された説明">
                <a:extLst>
                  <a:ext uri="{FF2B5EF4-FFF2-40B4-BE49-F238E27FC236}">
                    <a16:creationId xmlns:a16="http://schemas.microsoft.com/office/drawing/2014/main" id="{D2151FD0-3C00-F24F-83BB-2759264671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0000" y="1783330"/>
                <a:ext cx="1794794" cy="2850555"/>
              </a:xfrm>
              <a:prstGeom prst="rect">
                <a:avLst/>
              </a:prstGeom>
            </p:spPr>
          </p:pic>
        </p:grp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C211C7F3-6774-9041-9CCC-35D3C184672D}"/>
                </a:ext>
              </a:extLst>
            </p:cNvPr>
            <p:cNvSpPr/>
            <p:nvPr/>
          </p:nvSpPr>
          <p:spPr>
            <a:xfrm>
              <a:off x="838810" y="2668859"/>
              <a:ext cx="713678" cy="639336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84360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9BC3667-D168-494B-B5E7-2607E1080F8C}"/>
              </a:ext>
            </a:extLst>
          </p:cNvPr>
          <p:cNvSpPr txBox="1"/>
          <p:nvPr/>
        </p:nvSpPr>
        <p:spPr>
          <a:xfrm>
            <a:off x="669073" y="156117"/>
            <a:ext cx="18357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BEFORE_</a:t>
            </a:r>
            <a:r>
              <a:rPr lang="en-US" altLang="ja-JP" dirty="0"/>
              <a:t>2ND</a:t>
            </a:r>
            <a:endParaRPr kumimoji="1" lang="en-US" altLang="ja-JP" dirty="0"/>
          </a:p>
          <a:p>
            <a:r>
              <a:rPr lang="en-US" altLang="ja-JP" dirty="0"/>
              <a:t>before_2nd.png</a:t>
            </a:r>
            <a:endParaRPr kumimoji="1" lang="en-US" altLang="ja-JP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97E0F097-A6BD-DC4A-9956-7E6A49F33EA2}"/>
              </a:ext>
            </a:extLst>
          </p:cNvPr>
          <p:cNvGrpSpPr/>
          <p:nvPr/>
        </p:nvGrpSpPr>
        <p:grpSpPr>
          <a:xfrm>
            <a:off x="360000" y="1439999"/>
            <a:ext cx="11520000" cy="3528000"/>
            <a:chOff x="360000" y="1439999"/>
            <a:chExt cx="11520000" cy="3528000"/>
          </a:xfrm>
        </p:grpSpPr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65450CFE-A437-9E45-AEF5-EF6A5F82DEEA}"/>
                </a:ext>
              </a:extLst>
            </p:cNvPr>
            <p:cNvGrpSpPr/>
            <p:nvPr/>
          </p:nvGrpSpPr>
          <p:grpSpPr>
            <a:xfrm>
              <a:off x="360000" y="1439999"/>
              <a:ext cx="11520000" cy="3528000"/>
              <a:chOff x="360000" y="1439999"/>
              <a:chExt cx="11520000" cy="3528000"/>
            </a:xfrm>
          </p:grpSpPr>
          <p:pic>
            <p:nvPicPr>
              <p:cNvPr id="3" name="図 2" descr="グラフィカル ユーザー インターフェイス が含まれている画像&#10;&#10;自動的に生成された説明">
                <a:extLst>
                  <a:ext uri="{FF2B5EF4-FFF2-40B4-BE49-F238E27FC236}">
                    <a16:creationId xmlns:a16="http://schemas.microsoft.com/office/drawing/2014/main" id="{8D724D83-15D6-0E4D-A6F9-C9F5AF870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0000" y="1783329"/>
                <a:ext cx="1784832" cy="2834733"/>
              </a:xfrm>
              <a:prstGeom prst="rect">
                <a:avLst/>
              </a:prstGeom>
            </p:spPr>
          </p:pic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CD336A79-D244-E142-B007-E4AFCCB074CD}"/>
                  </a:ext>
                </a:extLst>
              </p:cNvPr>
              <p:cNvSpPr/>
              <p:nvPr/>
            </p:nvSpPr>
            <p:spPr>
              <a:xfrm>
                <a:off x="360000" y="1439999"/>
                <a:ext cx="11520000" cy="352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95B17427-4197-274D-A5D1-80DB3C043DE5}"/>
                </a:ext>
              </a:extLst>
            </p:cNvPr>
            <p:cNvSpPr/>
            <p:nvPr/>
          </p:nvSpPr>
          <p:spPr>
            <a:xfrm>
              <a:off x="1689710" y="2668859"/>
              <a:ext cx="713678" cy="639336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66613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9BC3667-D168-494B-B5E7-2607E1080F8C}"/>
              </a:ext>
            </a:extLst>
          </p:cNvPr>
          <p:cNvSpPr txBox="1"/>
          <p:nvPr/>
        </p:nvSpPr>
        <p:spPr>
          <a:xfrm>
            <a:off x="669073" y="156117"/>
            <a:ext cx="14109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FIXED(1)</a:t>
            </a:r>
            <a:endParaRPr kumimoji="1" lang="en-US" altLang="ja-JP" dirty="0"/>
          </a:p>
          <a:p>
            <a:r>
              <a:rPr lang="en-US" altLang="ja-JP" dirty="0"/>
              <a:t>fixed01.png</a:t>
            </a:r>
            <a:endParaRPr kumimoji="1" lang="en-US" altLang="ja-JP" dirty="0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6FD6A2F5-1AF0-9F44-8CBE-9B37A888E79D}"/>
              </a:ext>
            </a:extLst>
          </p:cNvPr>
          <p:cNvGrpSpPr/>
          <p:nvPr/>
        </p:nvGrpSpPr>
        <p:grpSpPr>
          <a:xfrm>
            <a:off x="360000" y="1439999"/>
            <a:ext cx="11520000" cy="3528000"/>
            <a:chOff x="360000" y="1439999"/>
            <a:chExt cx="11520000" cy="352800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7CB0D3A-1FC2-1044-985E-62C0275E4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0000" y="1783329"/>
              <a:ext cx="1784832" cy="2847232"/>
            </a:xfrm>
            <a:prstGeom prst="rect">
              <a:avLst/>
            </a:prstGeom>
          </p:spPr>
        </p:pic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D336A79-D244-E142-B007-E4AFCCB074CD}"/>
                </a:ext>
              </a:extLst>
            </p:cNvPr>
            <p:cNvSpPr/>
            <p:nvPr/>
          </p:nvSpPr>
          <p:spPr>
            <a:xfrm>
              <a:off x="360000" y="1439999"/>
              <a:ext cx="11520000" cy="352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32452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9BC3667-D168-494B-B5E7-2607E1080F8C}"/>
              </a:ext>
            </a:extLst>
          </p:cNvPr>
          <p:cNvSpPr txBox="1"/>
          <p:nvPr/>
        </p:nvSpPr>
        <p:spPr>
          <a:xfrm>
            <a:off x="669073" y="156117"/>
            <a:ext cx="2199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PENDING(spare)</a:t>
            </a:r>
          </a:p>
          <a:p>
            <a:r>
              <a:rPr lang="en-US" altLang="ja-JP" dirty="0" err="1"/>
              <a:t>pending_spare.png</a:t>
            </a:r>
            <a:endParaRPr kumimoji="1" lang="en-US" altLang="ja-JP" dirty="0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60924EF9-D8E1-FD4C-91DB-671FDA04E372}"/>
              </a:ext>
            </a:extLst>
          </p:cNvPr>
          <p:cNvGrpSpPr/>
          <p:nvPr/>
        </p:nvGrpSpPr>
        <p:grpSpPr>
          <a:xfrm>
            <a:off x="360000" y="1439999"/>
            <a:ext cx="11520000" cy="3528000"/>
            <a:chOff x="360000" y="1439999"/>
            <a:chExt cx="11520000" cy="3528000"/>
          </a:xfrm>
        </p:grpSpPr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34E42F4C-F068-0948-B7DD-980B3EDBA9EF}"/>
                </a:ext>
              </a:extLst>
            </p:cNvPr>
            <p:cNvGrpSpPr/>
            <p:nvPr/>
          </p:nvGrpSpPr>
          <p:grpSpPr>
            <a:xfrm>
              <a:off x="360000" y="1439999"/>
              <a:ext cx="11520000" cy="3528000"/>
              <a:chOff x="360000" y="1439999"/>
              <a:chExt cx="11520000" cy="3528000"/>
            </a:xfrm>
          </p:grpSpPr>
          <p:pic>
            <p:nvPicPr>
              <p:cNvPr id="21" name="図 20" descr="グラフ, じょうごグラフ&#10;&#10;自動的に生成された説明">
                <a:extLst>
                  <a:ext uri="{FF2B5EF4-FFF2-40B4-BE49-F238E27FC236}">
                    <a16:creationId xmlns:a16="http://schemas.microsoft.com/office/drawing/2014/main" id="{5DB88834-A6B0-D742-ABAE-2D276C2AF4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6716" y="1783327"/>
                <a:ext cx="3520548" cy="2829012"/>
              </a:xfrm>
              <a:prstGeom prst="rect">
                <a:avLst/>
              </a:prstGeom>
            </p:spPr>
          </p:pic>
          <p:grpSp>
            <p:nvGrpSpPr>
              <p:cNvPr id="19" name="グループ化 18">
                <a:extLst>
                  <a:ext uri="{FF2B5EF4-FFF2-40B4-BE49-F238E27FC236}">
                    <a16:creationId xmlns:a16="http://schemas.microsoft.com/office/drawing/2014/main" id="{8E8C4AFE-5DAA-BF48-81C8-9763BD2B606C}"/>
                  </a:ext>
                </a:extLst>
              </p:cNvPr>
              <p:cNvGrpSpPr/>
              <p:nvPr/>
            </p:nvGrpSpPr>
            <p:grpSpPr>
              <a:xfrm>
                <a:off x="360000" y="1439999"/>
                <a:ext cx="11520000" cy="3528000"/>
                <a:chOff x="360000" y="1439999"/>
                <a:chExt cx="11520000" cy="3528000"/>
              </a:xfrm>
            </p:grpSpPr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CD336A79-D244-E142-B007-E4AFCCB074CD}"/>
                    </a:ext>
                  </a:extLst>
                </p:cNvPr>
                <p:cNvSpPr/>
                <p:nvPr/>
              </p:nvSpPr>
              <p:spPr>
                <a:xfrm>
                  <a:off x="360000" y="1439999"/>
                  <a:ext cx="11520000" cy="352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B4DE186E-C972-F843-BB22-69A2A4C544AD}"/>
                    </a:ext>
                  </a:extLst>
                </p:cNvPr>
                <p:cNvSpPr/>
                <p:nvPr/>
              </p:nvSpPr>
              <p:spPr>
                <a:xfrm>
                  <a:off x="2594517" y="2668859"/>
                  <a:ext cx="713678" cy="639336"/>
                </a:xfrm>
                <a:prstGeom prst="roundRect">
                  <a:avLst/>
                </a:prstGeom>
                <a:noFill/>
                <a:ln w="38100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17" name="直線矢印コネクタ 16">
                  <a:extLst>
                    <a:ext uri="{FF2B5EF4-FFF2-40B4-BE49-F238E27FC236}">
                      <a16:creationId xmlns:a16="http://schemas.microsoft.com/office/drawing/2014/main" id="{2B89F25E-80FB-974F-80B5-EEFA48CB2CBC}"/>
                    </a:ext>
                  </a:extLst>
                </p:cNvPr>
                <p:cNvCxnSpPr>
                  <a:cxnSpLocks/>
                  <a:stCxn id="18" idx="1"/>
                </p:cNvCxnSpPr>
                <p:nvPr/>
              </p:nvCxnSpPr>
              <p:spPr>
                <a:xfrm flipH="1">
                  <a:off x="3308195" y="2660490"/>
                  <a:ext cx="1553737" cy="319048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728D62CE-7AD9-8343-A992-05F31A0E0A58}"/>
                    </a:ext>
                  </a:extLst>
                </p:cNvPr>
                <p:cNvSpPr txBox="1"/>
                <p:nvPr/>
              </p:nvSpPr>
              <p:spPr>
                <a:xfrm>
                  <a:off x="4861932" y="1783327"/>
                  <a:ext cx="5218770" cy="17543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sz="3600">
                      <a:solidFill>
                        <a:srgbClr val="C00000"/>
                      </a:solidFill>
                    </a:rPr>
                    <a:t>この投球が終わるまで、前のフレームのボーナスは確定しない</a:t>
                  </a:r>
                  <a:endParaRPr kumimoji="1" lang="ja-JP" altLang="en-US" sz="3600">
                    <a:solidFill>
                      <a:srgbClr val="C00000"/>
                    </a:solidFill>
                  </a:endParaRPr>
                </a:p>
              </p:txBody>
            </p:sp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7BAA3B4A-C112-A64D-8EDB-33972CF09BA0}"/>
                    </a:ext>
                  </a:extLst>
                </p:cNvPr>
                <p:cNvSpPr txBox="1"/>
                <p:nvPr/>
              </p:nvSpPr>
              <p:spPr>
                <a:xfrm>
                  <a:off x="4633980" y="3448812"/>
                  <a:ext cx="5218770" cy="12003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sz="3600">
                      <a:solidFill>
                        <a:srgbClr val="C00000"/>
                      </a:solidFill>
                    </a:rPr>
                    <a:t>ボーナスが確定しないと、</a:t>
                  </a:r>
                  <a:br>
                    <a:rPr lang="en-US" altLang="ja-JP" sz="3600" dirty="0">
                      <a:solidFill>
                        <a:srgbClr val="C00000"/>
                      </a:solidFill>
                    </a:rPr>
                  </a:br>
                  <a:r>
                    <a:rPr lang="ja-JP" altLang="en-US" sz="3600">
                      <a:solidFill>
                        <a:srgbClr val="C00000"/>
                      </a:solidFill>
                    </a:rPr>
                    <a:t>トータルが出せない</a:t>
                  </a:r>
                  <a:endParaRPr kumimoji="1" lang="ja-JP" altLang="en-US" sz="3600">
                    <a:solidFill>
                      <a:srgbClr val="C00000"/>
                    </a:solidFill>
                  </a:endParaRPr>
                </a:p>
              </p:txBody>
            </p:sp>
          </p:grpSp>
        </p:grp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42A4C7B8-4FBB-B144-B8BF-D466FD60732C}"/>
                </a:ext>
              </a:extLst>
            </p:cNvPr>
            <p:cNvSpPr/>
            <p:nvPr/>
          </p:nvSpPr>
          <p:spPr>
            <a:xfrm>
              <a:off x="1181003" y="3662179"/>
              <a:ext cx="949906" cy="773597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92DC43EA-2A40-B147-9429-1E920A4498F1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 flipV="1">
              <a:off x="2130909" y="4039988"/>
              <a:ext cx="2503071" cy="898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761980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9BC3667-D168-494B-B5E7-2607E1080F8C}"/>
              </a:ext>
            </a:extLst>
          </p:cNvPr>
          <p:cNvSpPr txBox="1"/>
          <p:nvPr/>
        </p:nvSpPr>
        <p:spPr>
          <a:xfrm>
            <a:off x="669073" y="156117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PENDING(strike)</a:t>
            </a:r>
          </a:p>
          <a:p>
            <a:r>
              <a:rPr lang="en-US" altLang="ja-JP" dirty="0" err="1"/>
              <a:t>pending_strike.png</a:t>
            </a:r>
            <a:endParaRPr kumimoji="1" lang="en-US" altLang="ja-JP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B7EA67F-7213-5A4F-B611-36FD2D9EE277}"/>
              </a:ext>
            </a:extLst>
          </p:cNvPr>
          <p:cNvGrpSpPr/>
          <p:nvPr/>
        </p:nvGrpSpPr>
        <p:grpSpPr>
          <a:xfrm>
            <a:off x="360000" y="1439999"/>
            <a:ext cx="11520000" cy="3528000"/>
            <a:chOff x="360000" y="1439999"/>
            <a:chExt cx="11520000" cy="3528000"/>
          </a:xfrm>
        </p:grpSpPr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8E8C4AFE-5DAA-BF48-81C8-9763BD2B606C}"/>
                </a:ext>
              </a:extLst>
            </p:cNvPr>
            <p:cNvGrpSpPr/>
            <p:nvPr/>
          </p:nvGrpSpPr>
          <p:grpSpPr>
            <a:xfrm>
              <a:off x="360000" y="1439999"/>
              <a:ext cx="11520000" cy="3528000"/>
              <a:chOff x="360000" y="1439999"/>
              <a:chExt cx="11520000" cy="3528000"/>
            </a:xfrm>
          </p:grpSpPr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09EB36FA-826C-7141-9F4E-44F1457DDFC2}"/>
                  </a:ext>
                </a:extLst>
              </p:cNvPr>
              <p:cNvGrpSpPr/>
              <p:nvPr/>
            </p:nvGrpSpPr>
            <p:grpSpPr>
              <a:xfrm>
                <a:off x="360000" y="1439999"/>
                <a:ext cx="11520000" cy="3528000"/>
                <a:chOff x="360000" y="1439999"/>
                <a:chExt cx="11520000" cy="3528000"/>
              </a:xfrm>
            </p:grpSpPr>
            <p:pic>
              <p:nvPicPr>
                <p:cNvPr id="12" name="図 11" descr="ダイアグラム, じょうごグラフ&#10;&#10;自動的に生成された説明">
                  <a:extLst>
                    <a:ext uri="{FF2B5EF4-FFF2-40B4-BE49-F238E27FC236}">
                      <a16:creationId xmlns:a16="http://schemas.microsoft.com/office/drawing/2014/main" id="{39C8279E-AD77-6E4F-9570-E85115934A0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36716" y="1783327"/>
                  <a:ext cx="3520549" cy="2829013"/>
                </a:xfrm>
                <a:prstGeom prst="rect">
                  <a:avLst/>
                </a:prstGeom>
              </p:spPr>
            </p:pic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CD336A79-D244-E142-B007-E4AFCCB074CD}"/>
                    </a:ext>
                  </a:extLst>
                </p:cNvPr>
                <p:cNvSpPr/>
                <p:nvPr/>
              </p:nvSpPr>
              <p:spPr>
                <a:xfrm>
                  <a:off x="360000" y="1439999"/>
                  <a:ext cx="11520000" cy="352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14" name="角丸四角形 13">
                <a:extLst>
                  <a:ext uri="{FF2B5EF4-FFF2-40B4-BE49-F238E27FC236}">
                    <a16:creationId xmlns:a16="http://schemas.microsoft.com/office/drawing/2014/main" id="{B4DE186E-C972-F843-BB22-69A2A4C544AD}"/>
                  </a:ext>
                </a:extLst>
              </p:cNvPr>
              <p:cNvSpPr/>
              <p:nvPr/>
            </p:nvSpPr>
            <p:spPr>
              <a:xfrm>
                <a:off x="3434576" y="2668859"/>
                <a:ext cx="713678" cy="639336"/>
              </a:xfrm>
              <a:prstGeom prst="roundRect">
                <a:avLst/>
              </a:prstGeom>
              <a:noFill/>
              <a:ln w="3810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7" name="直線矢印コネクタ 16">
                <a:extLst>
                  <a:ext uri="{FF2B5EF4-FFF2-40B4-BE49-F238E27FC236}">
                    <a16:creationId xmlns:a16="http://schemas.microsoft.com/office/drawing/2014/main" id="{2B89F25E-80FB-974F-80B5-EEFA48CB2CBC}"/>
                  </a:ext>
                </a:extLst>
              </p:cNvPr>
              <p:cNvCxnSpPr>
                <a:cxnSpLocks/>
                <a:stCxn id="20" idx="1"/>
              </p:cNvCxnSpPr>
              <p:nvPr/>
            </p:nvCxnSpPr>
            <p:spPr>
              <a:xfrm flipH="1">
                <a:off x="4148254" y="2660490"/>
                <a:ext cx="713678" cy="31904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30FAF461-5F0C-D14B-8588-408F521FA02B}"/>
                </a:ext>
              </a:extLst>
            </p:cNvPr>
            <p:cNvSpPr txBox="1"/>
            <p:nvPr/>
          </p:nvSpPr>
          <p:spPr>
            <a:xfrm>
              <a:off x="4861932" y="1783327"/>
              <a:ext cx="5218770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3600">
                  <a:solidFill>
                    <a:srgbClr val="C00000"/>
                  </a:solidFill>
                </a:rPr>
                <a:t>この投球が終わるまで、前のフレームのボーナスは確定しない</a:t>
              </a:r>
              <a:endParaRPr kumimoji="1" lang="ja-JP" altLang="en-US" sz="3600">
                <a:solidFill>
                  <a:srgbClr val="C00000"/>
                </a:solidFill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50534E91-BBA9-F54B-8E68-1C4837A45767}"/>
                </a:ext>
              </a:extLst>
            </p:cNvPr>
            <p:cNvSpPr txBox="1"/>
            <p:nvPr/>
          </p:nvSpPr>
          <p:spPr>
            <a:xfrm>
              <a:off x="4633980" y="3448812"/>
              <a:ext cx="521877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3600">
                  <a:solidFill>
                    <a:srgbClr val="C00000"/>
                  </a:solidFill>
                </a:rPr>
                <a:t>ボーナスが確定しないと、</a:t>
              </a:r>
              <a:br>
                <a:rPr lang="en-US" altLang="ja-JP" sz="3600" dirty="0">
                  <a:solidFill>
                    <a:srgbClr val="C00000"/>
                  </a:solidFill>
                </a:rPr>
              </a:br>
              <a:r>
                <a:rPr lang="ja-JP" altLang="en-US" sz="3600">
                  <a:solidFill>
                    <a:srgbClr val="C00000"/>
                  </a:solidFill>
                </a:rPr>
                <a:t>トータルが出せない</a:t>
              </a:r>
              <a:endParaRPr kumimoji="1" lang="ja-JP" altLang="en-US" sz="3600">
                <a:solidFill>
                  <a:srgbClr val="C00000"/>
                </a:solidFill>
              </a:endParaRP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2C159863-3E4C-0A44-BF95-279AFE593455}"/>
                </a:ext>
              </a:extLst>
            </p:cNvPr>
            <p:cNvSpPr/>
            <p:nvPr/>
          </p:nvSpPr>
          <p:spPr>
            <a:xfrm>
              <a:off x="1181003" y="3662179"/>
              <a:ext cx="949906" cy="773597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8F767093-44B7-404D-8367-931BCCB8391D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2130909" y="4039988"/>
              <a:ext cx="2503071" cy="898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40187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9BC3667-D168-494B-B5E7-2607E1080F8C}"/>
              </a:ext>
            </a:extLst>
          </p:cNvPr>
          <p:cNvSpPr txBox="1"/>
          <p:nvPr/>
        </p:nvSpPr>
        <p:spPr>
          <a:xfrm>
            <a:off x="669073" y="156117"/>
            <a:ext cx="23294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PENDING(</a:t>
            </a:r>
            <a:r>
              <a:rPr lang="en-US" altLang="ja-JP" dirty="0"/>
              <a:t>double</a:t>
            </a:r>
            <a:r>
              <a:rPr kumimoji="1" lang="en-US" altLang="ja-JP" dirty="0"/>
              <a:t>)</a:t>
            </a:r>
          </a:p>
          <a:p>
            <a:r>
              <a:rPr lang="en-US" altLang="ja-JP" dirty="0" err="1"/>
              <a:t>pending_double.png</a:t>
            </a:r>
            <a:endParaRPr kumimoji="1" lang="en-US" altLang="ja-JP" dirty="0"/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065BA824-C180-3442-BE00-19698C607810}"/>
              </a:ext>
            </a:extLst>
          </p:cNvPr>
          <p:cNvGrpSpPr/>
          <p:nvPr/>
        </p:nvGrpSpPr>
        <p:grpSpPr>
          <a:xfrm>
            <a:off x="360000" y="1439999"/>
            <a:ext cx="11520000" cy="3528000"/>
            <a:chOff x="360000" y="1439999"/>
            <a:chExt cx="11520000" cy="3528000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77DB6763-F605-FC4D-8323-A0A0D001976E}"/>
                </a:ext>
              </a:extLst>
            </p:cNvPr>
            <p:cNvGrpSpPr/>
            <p:nvPr/>
          </p:nvGrpSpPr>
          <p:grpSpPr>
            <a:xfrm>
              <a:off x="360000" y="1439999"/>
              <a:ext cx="11520000" cy="3528000"/>
              <a:chOff x="360000" y="1439999"/>
              <a:chExt cx="11520000" cy="3528000"/>
            </a:xfrm>
          </p:grpSpPr>
          <p:pic>
            <p:nvPicPr>
              <p:cNvPr id="3" name="図 2" descr="図形 が含まれている画像&#10;&#10;自動的に生成された説明">
                <a:extLst>
                  <a:ext uri="{FF2B5EF4-FFF2-40B4-BE49-F238E27FC236}">
                    <a16:creationId xmlns:a16="http://schemas.microsoft.com/office/drawing/2014/main" id="{863F98CC-6380-3641-8DD5-54BFDDD017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6716" y="1790700"/>
                <a:ext cx="5246158" cy="2821639"/>
              </a:xfrm>
              <a:prstGeom prst="rect">
                <a:avLst/>
              </a:prstGeom>
            </p:spPr>
          </p:pic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CD336A79-D244-E142-B007-E4AFCCB074CD}"/>
                  </a:ext>
                </a:extLst>
              </p:cNvPr>
              <p:cNvSpPr/>
              <p:nvPr/>
            </p:nvSpPr>
            <p:spPr>
              <a:xfrm>
                <a:off x="360000" y="1439999"/>
                <a:ext cx="11520000" cy="352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角丸四角形 13">
                <a:extLst>
                  <a:ext uri="{FF2B5EF4-FFF2-40B4-BE49-F238E27FC236}">
                    <a16:creationId xmlns:a16="http://schemas.microsoft.com/office/drawing/2014/main" id="{B4DE186E-C972-F843-BB22-69A2A4C544AD}"/>
                  </a:ext>
                </a:extLst>
              </p:cNvPr>
              <p:cNvSpPr/>
              <p:nvPr/>
            </p:nvSpPr>
            <p:spPr>
              <a:xfrm>
                <a:off x="4289498" y="2668859"/>
                <a:ext cx="713678" cy="639336"/>
              </a:xfrm>
              <a:prstGeom prst="roundRect">
                <a:avLst/>
              </a:prstGeom>
              <a:noFill/>
              <a:ln w="3810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7" name="直線矢印コネクタ 16">
                <a:extLst>
                  <a:ext uri="{FF2B5EF4-FFF2-40B4-BE49-F238E27FC236}">
                    <a16:creationId xmlns:a16="http://schemas.microsoft.com/office/drawing/2014/main" id="{2B89F25E-80FB-974F-80B5-EEFA48CB2CBC}"/>
                  </a:ext>
                </a:extLst>
              </p:cNvPr>
              <p:cNvCxnSpPr>
                <a:cxnSpLocks/>
                <a:stCxn id="10" idx="1"/>
              </p:cNvCxnSpPr>
              <p:nvPr/>
            </p:nvCxnSpPr>
            <p:spPr>
              <a:xfrm flipH="1">
                <a:off x="5003176" y="2532025"/>
                <a:ext cx="1547856" cy="447514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DAFA7294-5D9F-2D49-BCE0-333A38BF5043}"/>
                </a:ext>
              </a:extLst>
            </p:cNvPr>
            <p:cNvSpPr txBox="1"/>
            <p:nvPr/>
          </p:nvSpPr>
          <p:spPr>
            <a:xfrm>
              <a:off x="6551032" y="1654862"/>
              <a:ext cx="5218770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3600">
                  <a:solidFill>
                    <a:srgbClr val="C00000"/>
                  </a:solidFill>
                </a:rPr>
                <a:t>この投球が終わるまで、前の前のフレームのボーナスは確定しない</a:t>
              </a:r>
              <a:endParaRPr kumimoji="1" lang="ja-JP" altLang="en-US" sz="3600">
                <a:solidFill>
                  <a:srgbClr val="C00000"/>
                </a:solidFill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BCCA6DC0-AF77-2E4F-90AF-69FB6FA3631E}"/>
                </a:ext>
              </a:extLst>
            </p:cNvPr>
            <p:cNvSpPr txBox="1"/>
            <p:nvPr/>
          </p:nvSpPr>
          <p:spPr>
            <a:xfrm>
              <a:off x="4633980" y="3448812"/>
              <a:ext cx="521877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3600">
                  <a:solidFill>
                    <a:srgbClr val="C00000"/>
                  </a:solidFill>
                </a:rPr>
                <a:t>ボーナスが確定しないと、</a:t>
              </a:r>
              <a:br>
                <a:rPr lang="en-US" altLang="ja-JP" sz="3600" dirty="0">
                  <a:solidFill>
                    <a:srgbClr val="C00000"/>
                  </a:solidFill>
                </a:rPr>
              </a:br>
              <a:r>
                <a:rPr lang="ja-JP" altLang="en-US" sz="3600">
                  <a:solidFill>
                    <a:srgbClr val="C00000"/>
                  </a:solidFill>
                </a:rPr>
                <a:t>トータルが出せない</a:t>
              </a:r>
              <a:endParaRPr kumimoji="1" lang="ja-JP" altLang="en-US" sz="3600">
                <a:solidFill>
                  <a:srgbClr val="C00000"/>
                </a:solidFill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E5D955D8-8365-AF4E-922C-D5D902DC8267}"/>
                </a:ext>
              </a:extLst>
            </p:cNvPr>
            <p:cNvSpPr/>
            <p:nvPr/>
          </p:nvSpPr>
          <p:spPr>
            <a:xfrm>
              <a:off x="1181003" y="3662179"/>
              <a:ext cx="949906" cy="773597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87745238-978C-BC4E-8FC6-DDAF1CE1CEB3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 flipV="1">
              <a:off x="2130909" y="4039988"/>
              <a:ext cx="2503071" cy="898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42137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02C4208C-FB45-2B47-BC6C-318CF4A1BF3F}"/>
              </a:ext>
            </a:extLst>
          </p:cNvPr>
          <p:cNvGrpSpPr/>
          <p:nvPr/>
        </p:nvGrpSpPr>
        <p:grpSpPr>
          <a:xfrm>
            <a:off x="982439" y="792203"/>
            <a:ext cx="7705320" cy="2428795"/>
            <a:chOff x="982439" y="792203"/>
            <a:chExt cx="7705320" cy="2428795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A9042AD7-AA91-CC4B-BC1D-C4382BE84A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74659" y="1352550"/>
              <a:ext cx="3213100" cy="1308100"/>
            </a:xfrm>
            <a:prstGeom prst="rect">
              <a:avLst/>
            </a:prstGeom>
            <a:ln w="28575">
              <a:noFill/>
            </a:ln>
          </p:spPr>
        </p:pic>
        <p:pic>
          <p:nvPicPr>
            <p:cNvPr id="11" name="図 10" descr="テキスト&#10;&#10;中程度の精度で自動的に生成された説明">
              <a:extLst>
                <a:ext uri="{FF2B5EF4-FFF2-40B4-BE49-F238E27FC236}">
                  <a16:creationId xmlns:a16="http://schemas.microsoft.com/office/drawing/2014/main" id="{21181FD7-4137-5F4A-ACB9-985A036FE9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2439" y="792203"/>
              <a:ext cx="4021707" cy="2428795"/>
            </a:xfrm>
            <a:prstGeom prst="rect">
              <a:avLst/>
            </a:prstGeom>
          </p:spPr>
        </p:pic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97192BB9-F361-3F43-8B28-E147AB53C40D}"/>
                </a:ext>
              </a:extLst>
            </p:cNvPr>
            <p:cNvSpPr/>
            <p:nvPr/>
          </p:nvSpPr>
          <p:spPr>
            <a:xfrm>
              <a:off x="1601962" y="1480920"/>
              <a:ext cx="1446037" cy="457295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C36815EE-AC2D-0B4C-A9E8-6580B7582979}"/>
                </a:ext>
              </a:extLst>
            </p:cNvPr>
            <p:cNvSpPr/>
            <p:nvPr/>
          </p:nvSpPr>
          <p:spPr>
            <a:xfrm>
              <a:off x="7506486" y="1414586"/>
              <a:ext cx="1043545" cy="1164492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F0B48CF9-DA49-BF41-9F62-790E249AB319}"/>
                </a:ext>
              </a:extLst>
            </p:cNvPr>
            <p:cNvSpPr/>
            <p:nvPr/>
          </p:nvSpPr>
          <p:spPr>
            <a:xfrm>
              <a:off x="5574227" y="1417518"/>
              <a:ext cx="1147004" cy="1161560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0ED84A55-E917-9F4B-8DA8-5281632E4F19}"/>
                </a:ext>
              </a:extLst>
            </p:cNvPr>
            <p:cNvSpPr/>
            <p:nvPr/>
          </p:nvSpPr>
          <p:spPr>
            <a:xfrm>
              <a:off x="1601962" y="1968990"/>
              <a:ext cx="1446037" cy="457295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フリーフォーム 27">
              <a:extLst>
                <a:ext uri="{FF2B5EF4-FFF2-40B4-BE49-F238E27FC236}">
                  <a16:creationId xmlns:a16="http://schemas.microsoft.com/office/drawing/2014/main" id="{DC7C1939-0051-3F41-A322-DC6BE2A01AB1}"/>
                </a:ext>
              </a:extLst>
            </p:cNvPr>
            <p:cNvSpPr/>
            <p:nvPr/>
          </p:nvSpPr>
          <p:spPr>
            <a:xfrm>
              <a:off x="3063240" y="933994"/>
              <a:ext cx="4513217" cy="777240"/>
            </a:xfrm>
            <a:custGeom>
              <a:avLst/>
              <a:gdLst>
                <a:gd name="connsiteX0" fmla="*/ 0 w 4513217"/>
                <a:gd name="connsiteY0" fmla="*/ 930531 h 930531"/>
                <a:gd name="connsiteX1" fmla="*/ 2253343 w 4513217"/>
                <a:gd name="connsiteY1" fmla="*/ 3068 h 930531"/>
                <a:gd name="connsiteX2" fmla="*/ 4513217 w 4513217"/>
                <a:gd name="connsiteY2" fmla="*/ 688868 h 93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13217" h="930531">
                  <a:moveTo>
                    <a:pt x="0" y="930531"/>
                  </a:moveTo>
                  <a:cubicBezTo>
                    <a:pt x="750570" y="486938"/>
                    <a:pt x="1501140" y="43345"/>
                    <a:pt x="2253343" y="3068"/>
                  </a:cubicBezTo>
                  <a:cubicBezTo>
                    <a:pt x="3005546" y="-37209"/>
                    <a:pt x="3759381" y="325829"/>
                    <a:pt x="4513217" y="688868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  <a:headEnd type="arrow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フリーフォーム 28">
              <a:extLst>
                <a:ext uri="{FF2B5EF4-FFF2-40B4-BE49-F238E27FC236}">
                  <a16:creationId xmlns:a16="http://schemas.microsoft.com/office/drawing/2014/main" id="{46C3A300-A606-5343-88EB-388BC6BA3B27}"/>
                </a:ext>
              </a:extLst>
            </p:cNvPr>
            <p:cNvSpPr/>
            <p:nvPr/>
          </p:nvSpPr>
          <p:spPr>
            <a:xfrm>
              <a:off x="3048000" y="1776202"/>
              <a:ext cx="2526228" cy="421435"/>
            </a:xfrm>
            <a:custGeom>
              <a:avLst/>
              <a:gdLst>
                <a:gd name="connsiteX0" fmla="*/ 0 w 4513217"/>
                <a:gd name="connsiteY0" fmla="*/ 930531 h 930531"/>
                <a:gd name="connsiteX1" fmla="*/ 2253343 w 4513217"/>
                <a:gd name="connsiteY1" fmla="*/ 3068 h 930531"/>
                <a:gd name="connsiteX2" fmla="*/ 4513217 w 4513217"/>
                <a:gd name="connsiteY2" fmla="*/ 688868 h 93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13217" h="930531">
                  <a:moveTo>
                    <a:pt x="0" y="930531"/>
                  </a:moveTo>
                  <a:cubicBezTo>
                    <a:pt x="750570" y="486938"/>
                    <a:pt x="1501140" y="43345"/>
                    <a:pt x="2253343" y="3068"/>
                  </a:cubicBezTo>
                  <a:cubicBezTo>
                    <a:pt x="3005546" y="-37209"/>
                    <a:pt x="3759381" y="325829"/>
                    <a:pt x="4513217" y="688868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  <a:headEnd type="arrow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0EAA47C-280E-F548-B9CD-BF18C39FE68D}"/>
              </a:ext>
            </a:extLst>
          </p:cNvPr>
          <p:cNvSpPr txBox="1"/>
          <p:nvPr/>
        </p:nvSpPr>
        <p:spPr>
          <a:xfrm>
            <a:off x="364187" y="222818"/>
            <a:ext cx="1960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class_rule01.png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9038066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7F31F35D-0B54-344D-9D5B-14E8C18EF6DA}"/>
              </a:ext>
            </a:extLst>
          </p:cNvPr>
          <p:cNvGrpSpPr/>
          <p:nvPr/>
        </p:nvGrpSpPr>
        <p:grpSpPr>
          <a:xfrm>
            <a:off x="956836" y="906584"/>
            <a:ext cx="6331490" cy="2321169"/>
            <a:chOff x="956836" y="906584"/>
            <a:chExt cx="6331490" cy="2321169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A9042AD7-AA91-CC4B-BC1D-C4382BE84A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521" t="11165" r="63102" b="11165"/>
            <a:stretch/>
          </p:blipFill>
          <p:spPr>
            <a:xfrm>
              <a:off x="5502268" y="1167214"/>
              <a:ext cx="1786058" cy="1799907"/>
            </a:xfrm>
            <a:prstGeom prst="rect">
              <a:avLst/>
            </a:prstGeom>
          </p:spPr>
        </p:pic>
        <p:pic>
          <p:nvPicPr>
            <p:cNvPr id="6" name="図 5" descr="グラフィカル ユーザー インターフェイス, アプリケーション&#10;&#10;自動的に生成された説明">
              <a:extLst>
                <a:ext uri="{FF2B5EF4-FFF2-40B4-BE49-F238E27FC236}">
                  <a16:creationId xmlns:a16="http://schemas.microsoft.com/office/drawing/2014/main" id="{370B02D8-1223-1A4B-9928-C436578CB8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0940" b="15214"/>
            <a:stretch/>
          </p:blipFill>
          <p:spPr>
            <a:xfrm>
              <a:off x="956836" y="906584"/>
              <a:ext cx="4010388" cy="2321169"/>
            </a:xfrm>
            <a:prstGeom prst="rect">
              <a:avLst/>
            </a:prstGeom>
          </p:spPr>
        </p:pic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F3301133-AE1B-F047-9068-AD33D1F3CB57}"/>
                </a:ext>
              </a:extLst>
            </p:cNvPr>
            <p:cNvSpPr/>
            <p:nvPr/>
          </p:nvSpPr>
          <p:spPr>
            <a:xfrm>
              <a:off x="1617593" y="1095308"/>
              <a:ext cx="1446037" cy="415723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4BE409E2-8637-884D-83FA-050DB3AB8AF4}"/>
                </a:ext>
              </a:extLst>
            </p:cNvPr>
            <p:cNvSpPr/>
            <p:nvPr/>
          </p:nvSpPr>
          <p:spPr>
            <a:xfrm>
              <a:off x="5564777" y="1787138"/>
              <a:ext cx="1658983" cy="1073628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フリーフォーム 19">
              <a:extLst>
                <a:ext uri="{FF2B5EF4-FFF2-40B4-BE49-F238E27FC236}">
                  <a16:creationId xmlns:a16="http://schemas.microsoft.com/office/drawing/2014/main" id="{8A371933-9FE8-1A4B-B219-0D8E6C9FFDB1}"/>
                </a:ext>
              </a:extLst>
            </p:cNvPr>
            <p:cNvSpPr/>
            <p:nvPr/>
          </p:nvSpPr>
          <p:spPr>
            <a:xfrm rot="1136219">
              <a:off x="3069931" y="1303306"/>
              <a:ext cx="2593014" cy="352417"/>
            </a:xfrm>
            <a:custGeom>
              <a:avLst/>
              <a:gdLst>
                <a:gd name="connsiteX0" fmla="*/ 0 w 4513217"/>
                <a:gd name="connsiteY0" fmla="*/ 930531 h 930531"/>
                <a:gd name="connsiteX1" fmla="*/ 2253343 w 4513217"/>
                <a:gd name="connsiteY1" fmla="*/ 3068 h 930531"/>
                <a:gd name="connsiteX2" fmla="*/ 4513217 w 4513217"/>
                <a:gd name="connsiteY2" fmla="*/ 688868 h 93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13217" h="930531">
                  <a:moveTo>
                    <a:pt x="0" y="930531"/>
                  </a:moveTo>
                  <a:cubicBezTo>
                    <a:pt x="750570" y="486938"/>
                    <a:pt x="1501140" y="43345"/>
                    <a:pt x="2253343" y="3068"/>
                  </a:cubicBezTo>
                  <a:cubicBezTo>
                    <a:pt x="3005546" y="-37209"/>
                    <a:pt x="3759381" y="325829"/>
                    <a:pt x="4513217" y="688868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  <a:headEnd type="arrow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1AE8AAC8-E74C-6F44-9725-E07ABD13EA1F}"/>
                </a:ext>
              </a:extLst>
            </p:cNvPr>
            <p:cNvSpPr/>
            <p:nvPr/>
          </p:nvSpPr>
          <p:spPr>
            <a:xfrm>
              <a:off x="1607618" y="1596192"/>
              <a:ext cx="1446037" cy="415723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F4B6F708-779D-6D47-8BF3-5865827BBB89}"/>
                </a:ext>
              </a:extLst>
            </p:cNvPr>
            <p:cNvSpPr/>
            <p:nvPr/>
          </p:nvSpPr>
          <p:spPr>
            <a:xfrm>
              <a:off x="1617592" y="2136151"/>
              <a:ext cx="1446037" cy="415723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34935AA9-2C91-674C-9E8B-EE4456D4BD92}"/>
                </a:ext>
              </a:extLst>
            </p:cNvPr>
            <p:cNvSpPr/>
            <p:nvPr/>
          </p:nvSpPr>
          <p:spPr>
            <a:xfrm>
              <a:off x="1617591" y="2637729"/>
              <a:ext cx="1446037" cy="415723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フリーフォーム 23">
              <a:extLst>
                <a:ext uri="{FF2B5EF4-FFF2-40B4-BE49-F238E27FC236}">
                  <a16:creationId xmlns:a16="http://schemas.microsoft.com/office/drawing/2014/main" id="{B38A6914-9042-8444-926D-D424A34B21FD}"/>
                </a:ext>
              </a:extLst>
            </p:cNvPr>
            <p:cNvSpPr/>
            <p:nvPr/>
          </p:nvSpPr>
          <p:spPr>
            <a:xfrm rot="573881">
              <a:off x="3079612" y="1787509"/>
              <a:ext cx="2502477" cy="282442"/>
            </a:xfrm>
            <a:custGeom>
              <a:avLst/>
              <a:gdLst>
                <a:gd name="connsiteX0" fmla="*/ 0 w 4513217"/>
                <a:gd name="connsiteY0" fmla="*/ 930531 h 930531"/>
                <a:gd name="connsiteX1" fmla="*/ 2253343 w 4513217"/>
                <a:gd name="connsiteY1" fmla="*/ 3068 h 930531"/>
                <a:gd name="connsiteX2" fmla="*/ 4513217 w 4513217"/>
                <a:gd name="connsiteY2" fmla="*/ 688868 h 93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13217" h="930531">
                  <a:moveTo>
                    <a:pt x="0" y="930531"/>
                  </a:moveTo>
                  <a:cubicBezTo>
                    <a:pt x="750570" y="486938"/>
                    <a:pt x="1501140" y="43345"/>
                    <a:pt x="2253343" y="3068"/>
                  </a:cubicBezTo>
                  <a:cubicBezTo>
                    <a:pt x="3005546" y="-37209"/>
                    <a:pt x="3759381" y="325829"/>
                    <a:pt x="4513217" y="688868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  <a:headEnd type="arrow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フリーフォーム 24">
              <a:extLst>
                <a:ext uri="{FF2B5EF4-FFF2-40B4-BE49-F238E27FC236}">
                  <a16:creationId xmlns:a16="http://schemas.microsoft.com/office/drawing/2014/main" id="{A143046D-C58C-2A41-B116-112F79921932}"/>
                </a:ext>
              </a:extLst>
            </p:cNvPr>
            <p:cNvSpPr/>
            <p:nvPr/>
          </p:nvSpPr>
          <p:spPr>
            <a:xfrm flipV="1">
              <a:off x="3051975" y="2393972"/>
              <a:ext cx="2512802" cy="157901"/>
            </a:xfrm>
            <a:custGeom>
              <a:avLst/>
              <a:gdLst>
                <a:gd name="connsiteX0" fmla="*/ 0 w 4513217"/>
                <a:gd name="connsiteY0" fmla="*/ 930531 h 930531"/>
                <a:gd name="connsiteX1" fmla="*/ 2253343 w 4513217"/>
                <a:gd name="connsiteY1" fmla="*/ 3068 h 930531"/>
                <a:gd name="connsiteX2" fmla="*/ 4513217 w 4513217"/>
                <a:gd name="connsiteY2" fmla="*/ 688868 h 93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13217" h="930531">
                  <a:moveTo>
                    <a:pt x="0" y="930531"/>
                  </a:moveTo>
                  <a:cubicBezTo>
                    <a:pt x="750570" y="486938"/>
                    <a:pt x="1501140" y="43345"/>
                    <a:pt x="2253343" y="3068"/>
                  </a:cubicBezTo>
                  <a:cubicBezTo>
                    <a:pt x="3005546" y="-37209"/>
                    <a:pt x="3759381" y="325829"/>
                    <a:pt x="4513217" y="688868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  <a:headEnd type="arrow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フリーフォーム 25">
              <a:extLst>
                <a:ext uri="{FF2B5EF4-FFF2-40B4-BE49-F238E27FC236}">
                  <a16:creationId xmlns:a16="http://schemas.microsoft.com/office/drawing/2014/main" id="{C7EAE3F5-8F33-AE47-B6F1-ADF2FAFDC9FE}"/>
                </a:ext>
              </a:extLst>
            </p:cNvPr>
            <p:cNvSpPr/>
            <p:nvPr/>
          </p:nvSpPr>
          <p:spPr>
            <a:xfrm rot="21331181" flipV="1">
              <a:off x="3073861" y="2734048"/>
              <a:ext cx="2513976" cy="188345"/>
            </a:xfrm>
            <a:custGeom>
              <a:avLst/>
              <a:gdLst>
                <a:gd name="connsiteX0" fmla="*/ 0 w 4513217"/>
                <a:gd name="connsiteY0" fmla="*/ 930531 h 930531"/>
                <a:gd name="connsiteX1" fmla="*/ 2253343 w 4513217"/>
                <a:gd name="connsiteY1" fmla="*/ 3068 h 930531"/>
                <a:gd name="connsiteX2" fmla="*/ 4513217 w 4513217"/>
                <a:gd name="connsiteY2" fmla="*/ 688868 h 93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13217" h="930531">
                  <a:moveTo>
                    <a:pt x="0" y="930531"/>
                  </a:moveTo>
                  <a:cubicBezTo>
                    <a:pt x="750570" y="486938"/>
                    <a:pt x="1501140" y="43345"/>
                    <a:pt x="2253343" y="3068"/>
                  </a:cubicBezTo>
                  <a:cubicBezTo>
                    <a:pt x="3005546" y="-37209"/>
                    <a:pt x="3759381" y="325829"/>
                    <a:pt x="4513217" y="688868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  <a:headEnd type="arrow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558878EE-9AB8-F343-966B-3E34E8EE06A3}"/>
              </a:ext>
            </a:extLst>
          </p:cNvPr>
          <p:cNvSpPr txBox="1"/>
          <p:nvPr/>
        </p:nvSpPr>
        <p:spPr>
          <a:xfrm>
            <a:off x="364187" y="222818"/>
            <a:ext cx="1960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class_rule02.png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39478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B61EA18-FE65-0840-A61C-D463FB3A5082}"/>
              </a:ext>
            </a:extLst>
          </p:cNvPr>
          <p:cNvSpPr txBox="1"/>
          <p:nvPr/>
        </p:nvSpPr>
        <p:spPr>
          <a:xfrm>
            <a:off x="364187" y="222818"/>
            <a:ext cx="1960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class_rule03.png</a:t>
            </a:r>
            <a:endParaRPr kumimoji="1" lang="en-US" altLang="ja-JP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4FF727EF-B587-BE4A-BB77-84AC2CC90A21}"/>
              </a:ext>
            </a:extLst>
          </p:cNvPr>
          <p:cNvGrpSpPr/>
          <p:nvPr/>
        </p:nvGrpSpPr>
        <p:grpSpPr>
          <a:xfrm>
            <a:off x="956836" y="1136469"/>
            <a:ext cx="6331490" cy="2606040"/>
            <a:chOff x="956836" y="1136469"/>
            <a:chExt cx="6331490" cy="2606040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A9042AD7-AA91-CC4B-BC1D-C4382BE84A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888" t="11178" r="6247" b="11430"/>
            <a:stretch/>
          </p:blipFill>
          <p:spPr>
            <a:xfrm>
              <a:off x="5479363" y="1362598"/>
              <a:ext cx="1808963" cy="1974571"/>
            </a:xfrm>
            <a:prstGeom prst="rect">
              <a:avLst/>
            </a:prstGeom>
          </p:spPr>
        </p:pic>
        <p:pic>
          <p:nvPicPr>
            <p:cNvPr id="6" name="図 5" descr="グラフィカル ユーザー インターフェイス, アプリケーション&#10;&#10;自動的に生成された説明">
              <a:extLst>
                <a:ext uri="{FF2B5EF4-FFF2-40B4-BE49-F238E27FC236}">
                  <a16:creationId xmlns:a16="http://schemas.microsoft.com/office/drawing/2014/main" id="{370B02D8-1223-1A4B-9928-C436578CB8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759" b="51241"/>
            <a:stretch/>
          </p:blipFill>
          <p:spPr>
            <a:xfrm>
              <a:off x="956836" y="1136469"/>
              <a:ext cx="4010388" cy="2606040"/>
            </a:xfrm>
            <a:prstGeom prst="rect">
              <a:avLst/>
            </a:prstGeom>
          </p:spPr>
        </p:pic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B3D03AD3-D2B0-BF43-BBB6-CBF2A8822270}"/>
                </a:ext>
              </a:extLst>
            </p:cNvPr>
            <p:cNvSpPr/>
            <p:nvPr/>
          </p:nvSpPr>
          <p:spPr>
            <a:xfrm>
              <a:off x="1617593" y="1298270"/>
              <a:ext cx="1446037" cy="415723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77689A13-F357-B642-A8DF-0D0FF705C38D}"/>
                </a:ext>
              </a:extLst>
            </p:cNvPr>
            <p:cNvSpPr/>
            <p:nvPr/>
          </p:nvSpPr>
          <p:spPr>
            <a:xfrm>
              <a:off x="5559053" y="2047728"/>
              <a:ext cx="1658983" cy="323117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EBC8C346-BF6E-6549-A1B7-855AAFF94FC8}"/>
                </a:ext>
              </a:extLst>
            </p:cNvPr>
            <p:cNvSpPr/>
            <p:nvPr/>
          </p:nvSpPr>
          <p:spPr>
            <a:xfrm>
              <a:off x="1465757" y="1756161"/>
              <a:ext cx="1749705" cy="1829593"/>
            </a:xfrm>
            <a:prstGeom prst="roundRect">
              <a:avLst>
                <a:gd name="adj" fmla="val 6588"/>
              </a:avLst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CF4487AD-1969-8148-90F8-91D064D723EA}"/>
                </a:ext>
              </a:extLst>
            </p:cNvPr>
            <p:cNvSpPr/>
            <p:nvPr/>
          </p:nvSpPr>
          <p:spPr>
            <a:xfrm>
              <a:off x="1617591" y="2148841"/>
              <a:ext cx="1446037" cy="1436914"/>
            </a:xfrm>
            <a:prstGeom prst="roundRect">
              <a:avLst>
                <a:gd name="adj" fmla="val 8485"/>
              </a:avLst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フリーフォーム 11">
              <a:extLst>
                <a:ext uri="{FF2B5EF4-FFF2-40B4-BE49-F238E27FC236}">
                  <a16:creationId xmlns:a16="http://schemas.microsoft.com/office/drawing/2014/main" id="{E11663F9-2D94-8845-ADB0-8D682696F523}"/>
                </a:ext>
              </a:extLst>
            </p:cNvPr>
            <p:cNvSpPr/>
            <p:nvPr/>
          </p:nvSpPr>
          <p:spPr>
            <a:xfrm rot="1033068">
              <a:off x="3067834" y="1624000"/>
              <a:ext cx="2502477" cy="282442"/>
            </a:xfrm>
            <a:custGeom>
              <a:avLst/>
              <a:gdLst>
                <a:gd name="connsiteX0" fmla="*/ 0 w 4513217"/>
                <a:gd name="connsiteY0" fmla="*/ 930531 h 930531"/>
                <a:gd name="connsiteX1" fmla="*/ 2253343 w 4513217"/>
                <a:gd name="connsiteY1" fmla="*/ 3068 h 930531"/>
                <a:gd name="connsiteX2" fmla="*/ 4513217 w 4513217"/>
                <a:gd name="connsiteY2" fmla="*/ 688868 h 93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13217" h="930531">
                  <a:moveTo>
                    <a:pt x="0" y="930531"/>
                  </a:moveTo>
                  <a:cubicBezTo>
                    <a:pt x="750570" y="486938"/>
                    <a:pt x="1501140" y="43345"/>
                    <a:pt x="2253343" y="3068"/>
                  </a:cubicBezTo>
                  <a:cubicBezTo>
                    <a:pt x="3005546" y="-37209"/>
                    <a:pt x="3759381" y="325829"/>
                    <a:pt x="4513217" y="688868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  <a:headEnd type="arrow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フリーフォーム 13">
              <a:extLst>
                <a:ext uri="{FF2B5EF4-FFF2-40B4-BE49-F238E27FC236}">
                  <a16:creationId xmlns:a16="http://schemas.microsoft.com/office/drawing/2014/main" id="{D222C33B-8B43-7A41-9E8F-525063D155F9}"/>
                </a:ext>
              </a:extLst>
            </p:cNvPr>
            <p:cNvSpPr/>
            <p:nvPr/>
          </p:nvSpPr>
          <p:spPr>
            <a:xfrm rot="21331181" flipV="1">
              <a:off x="3073861" y="2734048"/>
              <a:ext cx="2513976" cy="188345"/>
            </a:xfrm>
            <a:custGeom>
              <a:avLst/>
              <a:gdLst>
                <a:gd name="connsiteX0" fmla="*/ 0 w 4513217"/>
                <a:gd name="connsiteY0" fmla="*/ 930531 h 930531"/>
                <a:gd name="connsiteX1" fmla="*/ 2253343 w 4513217"/>
                <a:gd name="connsiteY1" fmla="*/ 3068 h 930531"/>
                <a:gd name="connsiteX2" fmla="*/ 4513217 w 4513217"/>
                <a:gd name="connsiteY2" fmla="*/ 688868 h 93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13217" h="930531">
                  <a:moveTo>
                    <a:pt x="0" y="930531"/>
                  </a:moveTo>
                  <a:cubicBezTo>
                    <a:pt x="750570" y="486938"/>
                    <a:pt x="1501140" y="43345"/>
                    <a:pt x="2253343" y="3068"/>
                  </a:cubicBezTo>
                  <a:cubicBezTo>
                    <a:pt x="3005546" y="-37209"/>
                    <a:pt x="3759381" y="325829"/>
                    <a:pt x="4513217" y="688868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  <a:headEnd type="arrow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ABD0E05E-527C-8E4A-9461-06A168ACF9A9}"/>
                </a:ext>
              </a:extLst>
            </p:cNvPr>
            <p:cNvSpPr/>
            <p:nvPr/>
          </p:nvSpPr>
          <p:spPr>
            <a:xfrm>
              <a:off x="5564776" y="2393972"/>
              <a:ext cx="1658983" cy="816226"/>
            </a:xfrm>
            <a:prstGeom prst="roundRect">
              <a:avLst>
                <a:gd name="adj" fmla="val 12666"/>
              </a:avLst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989492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図 22">
            <a:extLst>
              <a:ext uri="{FF2B5EF4-FFF2-40B4-BE49-F238E27FC236}">
                <a16:creationId xmlns:a16="http://schemas.microsoft.com/office/drawing/2014/main" id="{1B4C74C8-8F04-AE52-13ED-91BBFA64EB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4"/>
          <a:stretch>
            <a:fillRect/>
          </a:stretch>
        </p:blipFill>
        <p:spPr>
          <a:xfrm>
            <a:off x="289915" y="800782"/>
            <a:ext cx="8991389" cy="4616081"/>
          </a:xfrm>
          <a:prstGeom prst="rect">
            <a:avLst/>
          </a:prstGeom>
        </p:spPr>
      </p:pic>
      <p:pic>
        <p:nvPicPr>
          <p:cNvPr id="7" name="図 6" descr="ダイアグラム&#10;&#10;自動的に生成された説明">
            <a:extLst>
              <a:ext uri="{FF2B5EF4-FFF2-40B4-BE49-F238E27FC236}">
                <a16:creationId xmlns:a16="http://schemas.microsoft.com/office/drawing/2014/main" id="{00375EC8-C43C-9540-B7DF-44F5DD6BDC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3047" y="1461919"/>
            <a:ext cx="6554124" cy="3761173"/>
          </a:xfrm>
          <a:prstGeom prst="rect">
            <a:avLst/>
          </a:prstGeom>
        </p:spPr>
      </p:pic>
      <p:sp>
        <p:nvSpPr>
          <p:cNvPr id="8" name="角丸四角形 7">
            <a:extLst>
              <a:ext uri="{FF2B5EF4-FFF2-40B4-BE49-F238E27FC236}">
                <a16:creationId xmlns:a16="http://schemas.microsoft.com/office/drawing/2014/main" id="{722217F9-2B6E-584E-8D3D-A2C816097E33}"/>
              </a:ext>
            </a:extLst>
          </p:cNvPr>
          <p:cNvSpPr/>
          <p:nvPr/>
        </p:nvSpPr>
        <p:spPr>
          <a:xfrm>
            <a:off x="1052588" y="1441137"/>
            <a:ext cx="4078735" cy="1797749"/>
          </a:xfrm>
          <a:prstGeom prst="roundRect">
            <a:avLst>
              <a:gd name="adj" fmla="val 6918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4047878C-64BD-9B48-91BA-D92E475809F8}"/>
              </a:ext>
            </a:extLst>
          </p:cNvPr>
          <p:cNvSpPr/>
          <p:nvPr/>
        </p:nvSpPr>
        <p:spPr>
          <a:xfrm>
            <a:off x="1052588" y="3238887"/>
            <a:ext cx="3114167" cy="886304"/>
          </a:xfrm>
          <a:prstGeom prst="roundRect">
            <a:avLst>
              <a:gd name="adj" fmla="val 6918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11A3FC6E-B9F2-FE44-97CD-A1EA3121ACF5}"/>
              </a:ext>
            </a:extLst>
          </p:cNvPr>
          <p:cNvSpPr/>
          <p:nvPr/>
        </p:nvSpPr>
        <p:spPr>
          <a:xfrm>
            <a:off x="1368876" y="1697834"/>
            <a:ext cx="3682498" cy="642178"/>
          </a:xfrm>
          <a:prstGeom prst="roundRect">
            <a:avLst>
              <a:gd name="adj" fmla="val 6918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3CD50C3A-AD07-A64E-AD7D-C545AFE493B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166755" y="3589970"/>
            <a:ext cx="2982190" cy="9206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D9062B73-4FEA-904C-8762-6E4E9C49A3DA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5131323" y="1735282"/>
            <a:ext cx="2651468" cy="60473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8771939-61ED-BF4E-A16E-321BD0050F79}"/>
              </a:ext>
            </a:extLst>
          </p:cNvPr>
          <p:cNvSpPr txBox="1"/>
          <p:nvPr/>
        </p:nvSpPr>
        <p:spPr>
          <a:xfrm>
            <a:off x="289916" y="5889835"/>
            <a:ext cx="1898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c_sample05.png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2195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図 24">
            <a:extLst>
              <a:ext uri="{FF2B5EF4-FFF2-40B4-BE49-F238E27FC236}">
                <a16:creationId xmlns:a16="http://schemas.microsoft.com/office/drawing/2014/main" id="{FCEAD289-4028-E871-A40A-5BC3AB1BDB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52"/>
          <a:stretch>
            <a:fillRect/>
          </a:stretch>
        </p:blipFill>
        <p:spPr>
          <a:xfrm>
            <a:off x="509154" y="858566"/>
            <a:ext cx="8254537" cy="4413495"/>
          </a:xfrm>
          <a:prstGeom prst="rect">
            <a:avLst/>
          </a:prstGeom>
        </p:spPr>
      </p:pic>
      <p:pic>
        <p:nvPicPr>
          <p:cNvPr id="21" name="図 20" descr="ダイアグラム&#10;&#10;自動的に生成された説明">
            <a:extLst>
              <a:ext uri="{FF2B5EF4-FFF2-40B4-BE49-F238E27FC236}">
                <a16:creationId xmlns:a16="http://schemas.microsoft.com/office/drawing/2014/main" id="{7CDD49B4-2D54-004F-8410-A231642968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6520" y="777304"/>
            <a:ext cx="6492651" cy="3895591"/>
          </a:xfrm>
          <a:prstGeom prst="rect">
            <a:avLst/>
          </a:prstGeom>
        </p:spPr>
      </p:pic>
      <p:sp>
        <p:nvSpPr>
          <p:cNvPr id="9" name="角丸四角形 8">
            <a:extLst>
              <a:ext uri="{FF2B5EF4-FFF2-40B4-BE49-F238E27FC236}">
                <a16:creationId xmlns:a16="http://schemas.microsoft.com/office/drawing/2014/main" id="{4047878C-64BD-9B48-91BA-D92E475809F8}"/>
              </a:ext>
            </a:extLst>
          </p:cNvPr>
          <p:cNvSpPr/>
          <p:nvPr/>
        </p:nvSpPr>
        <p:spPr>
          <a:xfrm>
            <a:off x="903588" y="3274330"/>
            <a:ext cx="4586192" cy="606564"/>
          </a:xfrm>
          <a:prstGeom prst="roundRect">
            <a:avLst>
              <a:gd name="adj" fmla="val 6918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11A3FC6E-B9F2-FE44-97CD-A1EA3121ACF5}"/>
              </a:ext>
            </a:extLst>
          </p:cNvPr>
          <p:cNvSpPr/>
          <p:nvPr/>
        </p:nvSpPr>
        <p:spPr>
          <a:xfrm>
            <a:off x="907438" y="1231608"/>
            <a:ext cx="2952355" cy="429581"/>
          </a:xfrm>
          <a:prstGeom prst="roundRect">
            <a:avLst>
              <a:gd name="adj" fmla="val 6918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3CD50C3A-AD07-A64E-AD7D-C545AFE493B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5489780" y="2462645"/>
            <a:ext cx="2500829" cy="1114967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8771939-61ED-BF4E-A16E-321BD0050F79}"/>
              </a:ext>
            </a:extLst>
          </p:cNvPr>
          <p:cNvSpPr txBox="1"/>
          <p:nvPr/>
        </p:nvSpPr>
        <p:spPr>
          <a:xfrm>
            <a:off x="9662516" y="6389349"/>
            <a:ext cx="1898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c_sample08.png</a:t>
            </a:r>
            <a:endParaRPr kumimoji="1" lang="en-US" altLang="ja-JP" dirty="0"/>
          </a:p>
        </p:txBody>
      </p:sp>
      <p:sp>
        <p:nvSpPr>
          <p:cNvPr id="19" name="フリーフォーム 18">
            <a:extLst>
              <a:ext uri="{FF2B5EF4-FFF2-40B4-BE49-F238E27FC236}">
                <a16:creationId xmlns:a16="http://schemas.microsoft.com/office/drawing/2014/main" id="{794A7DEF-E76E-A44A-B450-AB2D4BFBE803}"/>
              </a:ext>
            </a:extLst>
          </p:cNvPr>
          <p:cNvSpPr/>
          <p:nvPr/>
        </p:nvSpPr>
        <p:spPr>
          <a:xfrm>
            <a:off x="3871842" y="848221"/>
            <a:ext cx="7730706" cy="1424334"/>
          </a:xfrm>
          <a:custGeom>
            <a:avLst/>
            <a:gdLst>
              <a:gd name="connsiteX0" fmla="*/ 0 w 7295882"/>
              <a:gd name="connsiteY0" fmla="*/ 1746515 h 1849546"/>
              <a:gd name="connsiteX1" fmla="*/ 3342067 w 7295882"/>
              <a:gd name="connsiteY1" fmla="*/ 246126 h 1849546"/>
              <a:gd name="connsiteX2" fmla="*/ 5447763 w 7295882"/>
              <a:gd name="connsiteY2" fmla="*/ 162414 h 1849546"/>
              <a:gd name="connsiteX3" fmla="*/ 7295882 w 7295882"/>
              <a:gd name="connsiteY3" fmla="*/ 1849546 h 1849546"/>
              <a:gd name="csX0" fmla="*/ 0 w 7397720"/>
              <a:gd name="csY0" fmla="*/ 1567503 h 1840994"/>
              <a:gd name="csX1" fmla="*/ 3443905 w 7397720"/>
              <a:gd name="csY1" fmla="*/ 237574 h 1840994"/>
              <a:gd name="csX2" fmla="*/ 5549601 w 7397720"/>
              <a:gd name="csY2" fmla="*/ 153862 h 1840994"/>
              <a:gd name="csX3" fmla="*/ 7397720 w 7397720"/>
              <a:gd name="csY3" fmla="*/ 1840994 h 1840994"/>
              <a:gd name="csX0" fmla="*/ 0 w 7428272"/>
              <a:gd name="csY0" fmla="*/ 1533987 h 1839439"/>
              <a:gd name="csX1" fmla="*/ 3474457 w 7428272"/>
              <a:gd name="csY1" fmla="*/ 236019 h 1839439"/>
              <a:gd name="csX2" fmla="*/ 5580153 w 7428272"/>
              <a:gd name="csY2" fmla="*/ 152307 h 1839439"/>
              <a:gd name="csX3" fmla="*/ 7428272 w 7428272"/>
              <a:gd name="csY3" fmla="*/ 1839439 h 1839439"/>
              <a:gd name="csX0" fmla="*/ 0 w 7418088"/>
              <a:gd name="csY0" fmla="*/ 988836 h 1816326"/>
              <a:gd name="csX1" fmla="*/ 3464273 w 7418088"/>
              <a:gd name="csY1" fmla="*/ 212906 h 1816326"/>
              <a:gd name="csX2" fmla="*/ 5569969 w 7418088"/>
              <a:gd name="csY2" fmla="*/ 129194 h 1816326"/>
              <a:gd name="csX3" fmla="*/ 7418088 w 7418088"/>
              <a:gd name="csY3" fmla="*/ 1816326 h 1816326"/>
              <a:gd name="csX0" fmla="*/ 0 w 7418088"/>
              <a:gd name="csY0" fmla="*/ 1026363 h 1853853"/>
              <a:gd name="csX1" fmla="*/ 3118022 w 7418088"/>
              <a:gd name="csY1" fmla="*/ 143895 h 1853853"/>
              <a:gd name="csX2" fmla="*/ 5569969 w 7418088"/>
              <a:gd name="csY2" fmla="*/ 166721 h 1853853"/>
              <a:gd name="csX3" fmla="*/ 7418088 w 7418088"/>
              <a:gd name="csY3" fmla="*/ 1853853 h 1853853"/>
              <a:gd name="csX0" fmla="*/ 0 w 7418088"/>
              <a:gd name="csY0" fmla="*/ 929589 h 1757079"/>
              <a:gd name="csX1" fmla="*/ 3118022 w 7418088"/>
              <a:gd name="csY1" fmla="*/ 47121 h 1757079"/>
              <a:gd name="csX2" fmla="*/ 5488498 w 7418088"/>
              <a:gd name="csY2" fmla="*/ 283024 h 1757079"/>
              <a:gd name="csX3" fmla="*/ 7418088 w 7418088"/>
              <a:gd name="csY3" fmla="*/ 1757079 h 1757079"/>
              <a:gd name="csX0" fmla="*/ 0 w 7418088"/>
              <a:gd name="csY0" fmla="*/ 894931 h 1722421"/>
              <a:gd name="csX1" fmla="*/ 3118022 w 7418088"/>
              <a:gd name="csY1" fmla="*/ 12463 h 1722421"/>
              <a:gd name="csX2" fmla="*/ 7046628 w 7418088"/>
              <a:gd name="csY2" fmla="*/ 461442 h 1722421"/>
              <a:gd name="csX3" fmla="*/ 7418088 w 7418088"/>
              <a:gd name="csY3" fmla="*/ 1722421 h 1722421"/>
              <a:gd name="csX0" fmla="*/ 0 w 7576661"/>
              <a:gd name="csY0" fmla="*/ 894931 h 1722421"/>
              <a:gd name="csX1" fmla="*/ 3118022 w 7576661"/>
              <a:gd name="csY1" fmla="*/ 12463 h 1722421"/>
              <a:gd name="csX2" fmla="*/ 7046628 w 7576661"/>
              <a:gd name="csY2" fmla="*/ 461442 h 1722421"/>
              <a:gd name="csX3" fmla="*/ 7418088 w 7576661"/>
              <a:gd name="csY3" fmla="*/ 1722421 h 1722421"/>
              <a:gd name="csX0" fmla="*/ 0 w 7576661"/>
              <a:gd name="csY0" fmla="*/ 632885 h 1460375"/>
              <a:gd name="csX1" fmla="*/ 3209676 w 7576661"/>
              <a:gd name="csY1" fmla="*/ 59377 h 1460375"/>
              <a:gd name="csX2" fmla="*/ 7046628 w 7576661"/>
              <a:gd name="csY2" fmla="*/ 199396 h 1460375"/>
              <a:gd name="csX3" fmla="*/ 7418088 w 7576661"/>
              <a:gd name="csY3" fmla="*/ 1460375 h 1460375"/>
              <a:gd name="csX0" fmla="*/ 0 w 7576661"/>
              <a:gd name="csY0" fmla="*/ 632885 h 1460375"/>
              <a:gd name="csX1" fmla="*/ 3209676 w 7576661"/>
              <a:gd name="csY1" fmla="*/ 59377 h 1460375"/>
              <a:gd name="csX2" fmla="*/ 7046628 w 7576661"/>
              <a:gd name="csY2" fmla="*/ 199396 h 1460375"/>
              <a:gd name="csX3" fmla="*/ 7418088 w 7576661"/>
              <a:gd name="csY3" fmla="*/ 1460375 h 1460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576661" h="1460375">
                <a:moveTo>
                  <a:pt x="0" y="632885"/>
                </a:moveTo>
                <a:cubicBezTo>
                  <a:pt x="1481834" y="185160"/>
                  <a:pt x="2035238" y="131625"/>
                  <a:pt x="3209676" y="59377"/>
                </a:cubicBezTo>
                <a:cubicBezTo>
                  <a:pt x="4384114" y="-12871"/>
                  <a:pt x="6387659" y="-67841"/>
                  <a:pt x="7046628" y="199396"/>
                </a:cubicBezTo>
                <a:cubicBezTo>
                  <a:pt x="7705597" y="466633"/>
                  <a:pt x="7648406" y="856965"/>
                  <a:pt x="7418088" y="1460375"/>
                </a:cubicBezTo>
              </a:path>
            </a:pathLst>
          </a:cu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角丸四角形 21">
            <a:extLst>
              <a:ext uri="{FF2B5EF4-FFF2-40B4-BE49-F238E27FC236}">
                <a16:creationId xmlns:a16="http://schemas.microsoft.com/office/drawing/2014/main" id="{4EE8966A-74FE-1D41-A435-5944108199A9}"/>
              </a:ext>
            </a:extLst>
          </p:cNvPr>
          <p:cNvSpPr/>
          <p:nvPr/>
        </p:nvSpPr>
        <p:spPr>
          <a:xfrm>
            <a:off x="1295062" y="1659155"/>
            <a:ext cx="5193874" cy="609185"/>
          </a:xfrm>
          <a:prstGeom prst="roundRect">
            <a:avLst>
              <a:gd name="adj" fmla="val 6918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角丸四角形 22">
            <a:extLst>
              <a:ext uri="{FF2B5EF4-FFF2-40B4-BE49-F238E27FC236}">
                <a16:creationId xmlns:a16="http://schemas.microsoft.com/office/drawing/2014/main" id="{486A85D4-902B-014B-96C0-DD5738B3BAFE}"/>
              </a:ext>
            </a:extLst>
          </p:cNvPr>
          <p:cNvSpPr/>
          <p:nvPr/>
        </p:nvSpPr>
        <p:spPr>
          <a:xfrm>
            <a:off x="1295062" y="2273475"/>
            <a:ext cx="4586193" cy="791839"/>
          </a:xfrm>
          <a:prstGeom prst="roundRect">
            <a:avLst>
              <a:gd name="adj" fmla="val 6918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9792E9CF-4207-D349-8730-7D3516A25545}"/>
              </a:ext>
            </a:extLst>
          </p:cNvPr>
          <p:cNvCxnSpPr>
            <a:cxnSpLocks/>
          </p:cNvCxnSpPr>
          <p:nvPr/>
        </p:nvCxnSpPr>
        <p:spPr>
          <a:xfrm>
            <a:off x="5881255" y="2847109"/>
            <a:ext cx="2213263" cy="218205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フリーフォーム 34">
            <a:extLst>
              <a:ext uri="{FF2B5EF4-FFF2-40B4-BE49-F238E27FC236}">
                <a16:creationId xmlns:a16="http://schemas.microsoft.com/office/drawing/2014/main" id="{E240A501-22CF-7341-9BBB-3E295F06EEDE}"/>
              </a:ext>
            </a:extLst>
          </p:cNvPr>
          <p:cNvSpPr/>
          <p:nvPr/>
        </p:nvSpPr>
        <p:spPr>
          <a:xfrm>
            <a:off x="6511433" y="2028060"/>
            <a:ext cx="3479732" cy="2836250"/>
          </a:xfrm>
          <a:custGeom>
            <a:avLst/>
            <a:gdLst>
              <a:gd name="connsiteX0" fmla="*/ 0 w 6212541"/>
              <a:gd name="connsiteY0" fmla="*/ 0 h 2400215"/>
              <a:gd name="connsiteX1" fmla="*/ 4155141 w 6212541"/>
              <a:gd name="connsiteY1" fmla="*/ 2359959 h 2400215"/>
              <a:gd name="connsiteX2" fmla="*/ 6212541 w 6212541"/>
              <a:gd name="connsiteY2" fmla="*/ 1264024 h 2400215"/>
              <a:gd name="csX0" fmla="*/ 0 w 3469341"/>
              <a:gd name="csY0" fmla="*/ 0 h 2826243"/>
              <a:gd name="csX1" fmla="*/ 1411941 w 3469341"/>
              <a:gd name="csY1" fmla="*/ 2785987 h 2826243"/>
              <a:gd name="csX2" fmla="*/ 3469341 w 3469341"/>
              <a:gd name="csY2" fmla="*/ 1690052 h 2826243"/>
              <a:gd name="csX0" fmla="*/ 0 w 3469341"/>
              <a:gd name="csY0" fmla="*/ 0 h 2826243"/>
              <a:gd name="csX1" fmla="*/ 1411941 w 3469341"/>
              <a:gd name="csY1" fmla="*/ 2785987 h 2826243"/>
              <a:gd name="csX2" fmla="*/ 3469341 w 3469341"/>
              <a:gd name="csY2" fmla="*/ 1690052 h 2826243"/>
              <a:gd name="csX0" fmla="*/ 0 w 3469341"/>
              <a:gd name="csY0" fmla="*/ 0 h 2286564"/>
              <a:gd name="csX1" fmla="*/ 1921095 w 3469341"/>
              <a:gd name="csY1" fmla="*/ 2172923 h 2286564"/>
              <a:gd name="csX2" fmla="*/ 3469341 w 3469341"/>
              <a:gd name="csY2" fmla="*/ 1690052 h 2286564"/>
              <a:gd name="csX0" fmla="*/ 0 w 3479732"/>
              <a:gd name="csY0" fmla="*/ 0 h 2743764"/>
              <a:gd name="csX1" fmla="*/ 1931486 w 3479732"/>
              <a:gd name="csY1" fmla="*/ 2630123 h 2743764"/>
              <a:gd name="csX2" fmla="*/ 3479732 w 3479732"/>
              <a:gd name="csY2" fmla="*/ 2147252 h 2743764"/>
              <a:gd name="csX0" fmla="*/ 0 w 3479732"/>
              <a:gd name="csY0" fmla="*/ 0 h 2634903"/>
              <a:gd name="csX1" fmla="*/ 1931486 w 3479732"/>
              <a:gd name="csY1" fmla="*/ 2630123 h 2634903"/>
              <a:gd name="csX2" fmla="*/ 3479732 w 3479732"/>
              <a:gd name="csY2" fmla="*/ 2147252 h 2634903"/>
              <a:gd name="csX0" fmla="*/ 0 w 3479732"/>
              <a:gd name="csY0" fmla="*/ 0 h 2634903"/>
              <a:gd name="csX1" fmla="*/ 1931486 w 3479732"/>
              <a:gd name="csY1" fmla="*/ 2630123 h 2634903"/>
              <a:gd name="csX2" fmla="*/ 3479732 w 3479732"/>
              <a:gd name="csY2" fmla="*/ 2147252 h 2634903"/>
              <a:gd name="csX0" fmla="*/ 0 w 3479732"/>
              <a:gd name="csY0" fmla="*/ 0 h 2819456"/>
              <a:gd name="csX1" fmla="*/ 1931486 w 3479732"/>
              <a:gd name="csY1" fmla="*/ 2630123 h 2819456"/>
              <a:gd name="csX2" fmla="*/ 3479732 w 3479732"/>
              <a:gd name="csY2" fmla="*/ 2147252 h 2819456"/>
              <a:gd name="csX0" fmla="*/ 0 w 3479732"/>
              <a:gd name="csY0" fmla="*/ 0 h 2836250"/>
              <a:gd name="csX1" fmla="*/ 1931486 w 3479732"/>
              <a:gd name="csY1" fmla="*/ 2630123 h 2836250"/>
              <a:gd name="csX2" fmla="*/ 3479732 w 3479732"/>
              <a:gd name="csY2" fmla="*/ 2147252 h 2836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79732" h="2836250">
                <a:moveTo>
                  <a:pt x="0" y="0"/>
                </a:moveTo>
                <a:cubicBezTo>
                  <a:pt x="1352041" y="1209726"/>
                  <a:pt x="937626" y="2190851"/>
                  <a:pt x="1931486" y="2630123"/>
                </a:cubicBezTo>
                <a:cubicBezTo>
                  <a:pt x="2925346" y="3069395"/>
                  <a:pt x="3270080" y="2758991"/>
                  <a:pt x="3479732" y="2147252"/>
                </a:cubicBezTo>
              </a:path>
            </a:pathLst>
          </a:cu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5316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6086</TotalTime>
  <Words>175</Words>
  <Application>Microsoft Macintosh PowerPoint</Application>
  <PresentationFormat>ワイド画面</PresentationFormat>
  <Paragraphs>36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久保秋　真</dc:creator>
  <cp:lastModifiedBy>Kuboaki Shin</cp:lastModifiedBy>
  <cp:revision>50</cp:revision>
  <dcterms:created xsi:type="dcterms:W3CDTF">2021-04-20T06:38:18Z</dcterms:created>
  <dcterms:modified xsi:type="dcterms:W3CDTF">2026-03-09T05:27:47Z</dcterms:modified>
</cp:coreProperties>
</file>